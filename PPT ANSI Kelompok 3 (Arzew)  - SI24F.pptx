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slide+xml" PartName="/ppt/slides/slide24.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Lst>
  <p:sldSz cx="18288000" cy="10287000"/>
  <p:notesSz cx="6858000" cy="9144000"/>
  <p:embeddedFontLst>
    <p:embeddedFont>
      <p:font typeface="Bricolage Grotesque Bold" charset="1" panose="020B0605040402000204"/>
      <p:regular r:id="rId30"/>
    </p:embeddedFont>
    <p:embeddedFont>
      <p:font typeface="Bricolage Grotesque Light" charset="1" panose="020B0605040402000204"/>
      <p:regular r:id="rId31"/>
    </p:embeddedFont>
    <p:embeddedFont>
      <p:font typeface="Open Sans 2" charset="1" panose="00000000000000000000"/>
      <p:regular r:id="rId32"/>
    </p:embeddedFont>
    <p:embeddedFont>
      <p:font typeface="Open Sans 1" charset="1" panose="020B0606030504020204"/>
      <p:regular r:id="rId33"/>
    </p:embeddedFont>
    <p:embeddedFont>
      <p:font typeface="Open Sans 2 Bold" charset="1" panose="00000000000000000000"/>
      <p:regular r:id="rId34"/>
    </p:embeddedFont>
    <p:embeddedFont>
      <p:font typeface="Open Sans 1 Italics" charset="1" panose="020B0606030504020204"/>
      <p:regular r:id="rId35"/>
    </p:embeddedFont>
    <p:embeddedFont>
      <p:font typeface="Open Sans 1 Bold" charset="1" panose="020B0806030504020204"/>
      <p:regular r:id="rId36"/>
    </p:embeddedFont>
    <p:embeddedFont>
      <p:font typeface="Higuen Elegant Serif" charset="1" panose="00000000000000000000"/>
      <p:regular r:id="rId3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slides/slide23.xml" Type="http://schemas.openxmlformats.org/officeDocument/2006/relationships/slide"/><Relationship Id="rId29" Target="slides/slide24.xml" Type="http://schemas.openxmlformats.org/officeDocument/2006/relationships/slide"/><Relationship Id="rId3" Target="viewProps.xml" Type="http://schemas.openxmlformats.org/officeDocument/2006/relationships/viewProps"/><Relationship Id="rId30" Target="fonts/font30.fntdata" Type="http://schemas.openxmlformats.org/officeDocument/2006/relationships/font"/><Relationship Id="rId31" Target="fonts/font31.fntdata" Type="http://schemas.openxmlformats.org/officeDocument/2006/relationships/font"/><Relationship Id="rId32" Target="fonts/font32.fntdata" Type="http://schemas.openxmlformats.org/officeDocument/2006/relationships/font"/><Relationship Id="rId33" Target="fonts/font33.fntdata" Type="http://schemas.openxmlformats.org/officeDocument/2006/relationships/font"/><Relationship Id="rId34" Target="fonts/font34.fntdata" Type="http://schemas.openxmlformats.org/officeDocument/2006/relationships/font"/><Relationship Id="rId35" Target="fonts/font35.fntdata" Type="http://schemas.openxmlformats.org/officeDocument/2006/relationships/font"/><Relationship Id="rId36" Target="fonts/font36.fntdata" Type="http://schemas.openxmlformats.org/officeDocument/2006/relationships/font"/><Relationship Id="rId37" Target="fonts/font37.fntdata" Type="http://schemas.openxmlformats.org/officeDocument/2006/relationships/font"/><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png" Type="http://schemas.openxmlformats.org/officeDocument/2006/relationships/image"/><Relationship Id="rId6" Target="../media/image5.png" Type="http://schemas.openxmlformats.org/officeDocument/2006/relationships/image"/><Relationship Id="rId7" Target="../media/image6.png" Type="http://schemas.openxmlformats.org/officeDocument/2006/relationships/image"/><Relationship Id="rId8" Target="../media/image7.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png" Type="http://schemas.openxmlformats.org/officeDocument/2006/relationships/image"/><Relationship Id="rId6" Target="../media/image8.png" Type="http://schemas.openxmlformats.org/officeDocument/2006/relationships/image"/><Relationship Id="rId7" Target="../media/image6.png" Type="http://schemas.openxmlformats.org/officeDocument/2006/relationships/image"/><Relationship Id="rId8" Target="../media/image7.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9.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png" Type="http://schemas.openxmlformats.org/officeDocument/2006/relationships/image"/><Relationship Id="rId3" Target="../media/image1.png" Type="http://schemas.openxmlformats.org/officeDocument/2006/relationships/image"/><Relationship Id="rId4" Target="../media/image2.svg" Type="http://schemas.openxmlformats.org/officeDocument/2006/relationships/image"/><Relationship Id="rId5" Target="../media/image3.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 Id="rId5" Target="../media/image3.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 Id="rId5" Target="../media/image10.jpeg" Type="http://schemas.openxmlformats.org/officeDocument/2006/relationships/image"/><Relationship Id="rId6" Target="../media/image11.jpe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 Id="rId5" Target="../media/image12.png" Type="http://schemas.openxmlformats.org/officeDocument/2006/relationships/image"/><Relationship Id="rId6" Target="../media/image13.png" Type="http://schemas.openxmlformats.org/officeDocument/2006/relationships/image"/><Relationship Id="rId7" Target="../media/image14.png" Type="http://schemas.openxmlformats.org/officeDocument/2006/relationships/image"/><Relationship Id="rId8" Target="../media/image15.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 Id="rId5" Target="../media/image16.png" Type="http://schemas.openxmlformats.org/officeDocument/2006/relationships/image"/><Relationship Id="rId6" Target="../media/image17.png" Type="http://schemas.openxmlformats.org/officeDocument/2006/relationships/image"/><Relationship Id="rId7" Target="../media/image18.png" Type="http://schemas.openxmlformats.org/officeDocument/2006/relationships/image"/><Relationship Id="rId8" Target="../media/image19.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 Id="rId5" Target="../media/image20.png" Type="http://schemas.openxmlformats.org/officeDocument/2006/relationships/image"/><Relationship Id="rId6" Target="../media/image21.png" Type="http://schemas.openxmlformats.org/officeDocument/2006/relationships/image"/><Relationship Id="rId7" Target="../media/image22.png" Type="http://schemas.openxmlformats.org/officeDocument/2006/relationships/image"/><Relationship Id="rId8" Target="../media/image23.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 Id="rId5" Target="../media/image24.png" Type="http://schemas.openxmlformats.org/officeDocument/2006/relationships/image"/><Relationship Id="rId6" Target="../media/image25.png" Type="http://schemas.openxmlformats.org/officeDocument/2006/relationships/image"/><Relationship Id="rId7" Target="../media/image26.png" Type="http://schemas.openxmlformats.org/officeDocument/2006/relationships/image"/><Relationship Id="rId8" Target="../media/image27.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 Id="rId5" Target="../media/image28.png" Type="http://schemas.openxmlformats.org/officeDocument/2006/relationships/image"/><Relationship Id="rId6" Target="../media/image29.png" Type="http://schemas.openxmlformats.org/officeDocument/2006/relationships/image"/><Relationship Id="rId7" Target="../media/image30.png" Type="http://schemas.openxmlformats.org/officeDocument/2006/relationships/image"/><Relationship Id="rId8" Target="../media/image31.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 Id="rId5" Target="../media/image32.png" Type="http://schemas.openxmlformats.org/officeDocument/2006/relationships/image"/><Relationship Id="rId6" Target="../media/image33.png" Type="http://schemas.openxmlformats.org/officeDocument/2006/relationships/image"/><Relationship Id="rId7" Target="../media/image34.png" Type="http://schemas.openxmlformats.org/officeDocument/2006/relationships/image"/><Relationship Id="rId8" Target="../media/image35.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 Id="rId5" Target="../media/image36.png" Type="http://schemas.openxmlformats.org/officeDocument/2006/relationships/image"/><Relationship Id="rId6" Target="../media/image37.png" Type="http://schemas.openxmlformats.org/officeDocument/2006/relationships/image"/><Relationship Id="rId7" Target="../media/image38.png" Type="http://schemas.openxmlformats.org/officeDocument/2006/relationships/image"/><Relationship Id="rId8" Target="../media/image39.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 Id="rId5" Target="../media/image40.png" Type="http://schemas.openxmlformats.org/officeDocument/2006/relationships/image"/><Relationship Id="rId6" Target="../media/image41.png" Type="http://schemas.openxmlformats.org/officeDocument/2006/relationships/image"/><Relationship Id="rId7" Target="../media/image42.png" Type="http://schemas.openxmlformats.org/officeDocument/2006/relationships/image"/><Relationship Id="rId8" Target="../media/image43.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 Id="rId5" Target="../media/image44.png" Type="http://schemas.openxmlformats.org/officeDocument/2006/relationships/image"/><Relationship Id="rId6" Target="../media/image45.png" Type="http://schemas.openxmlformats.org/officeDocument/2006/relationships/image"/><Relationship Id="rId7" Target="../media/image46.png" Type="http://schemas.openxmlformats.org/officeDocument/2006/relationships/image"/><Relationship Id="rId8" Target="../media/image47.pn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 Id="rId5" Target="../media/image48.png" Type="http://schemas.openxmlformats.org/officeDocument/2006/relationships/image"/><Relationship Id="rId6" Target="../media/image49.pn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 Id="rId5" Target="../media/image50.png" Type="http://schemas.openxmlformats.org/officeDocument/2006/relationships/image"/><Relationship Id="rId6" Target="../media/image51.png" Type="http://schemas.openxmlformats.org/officeDocument/2006/relationships/image"/><Relationship Id="rId7" Target="../media/image52.png" Type="http://schemas.openxmlformats.org/officeDocument/2006/relationships/image"/><Relationship Id="rId8" Target="../media/image53.pn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 Id="rId5" Target="../media/image54.png" Type="http://schemas.openxmlformats.org/officeDocument/2006/relationships/image"/><Relationship Id="rId6" Target="../media/image55.png" Type="http://schemas.openxmlformats.org/officeDocument/2006/relationships/image"/><Relationship Id="rId7" Target="../media/image56.png" Type="http://schemas.openxmlformats.org/officeDocument/2006/relationships/image"/><Relationship Id="rId8" Target="../media/image57.pn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 Id="rId5" Target="../media/image58.png" Type="http://schemas.openxmlformats.org/officeDocument/2006/relationships/image"/><Relationship Id="rId6" Target="../media/image59.png" Type="http://schemas.openxmlformats.org/officeDocument/2006/relationships/image"/><Relationship Id="rId7" Target="../media/image60.png" Type="http://schemas.openxmlformats.org/officeDocument/2006/relationships/image"/><Relationship Id="rId8" Target="../media/image61.png" Type="http://schemas.openxmlformats.org/officeDocument/2006/relationships/image"/></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 Id="rId5" Target="../media/image62.png" Type="http://schemas.openxmlformats.org/officeDocument/2006/relationships/image"/><Relationship Id="rId6" Target="../media/image63.png" Type="http://schemas.openxmlformats.org/officeDocument/2006/relationships/image"/><Relationship Id="rId7" Target="../media/image64.png" Type="http://schemas.openxmlformats.org/officeDocument/2006/relationships/image"/><Relationship Id="rId8" Target="../media/image65.png" Type="http://schemas.openxmlformats.org/officeDocument/2006/relationships/image"/></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 Id="rId5" Target="../media/image3.png" Type="http://schemas.openxmlformats.org/officeDocument/2006/relationships/image"/><Relationship Id="rId6" Target="https://www.figma.com/design/EtVbPQLrKY0KScQ8ztPfR5/latihan-ansi?node-id=1-16990&amp;t=wLsI6A84NJn2UuRV-1" TargetMode="External" Type="http://schemas.openxmlformats.org/officeDocument/2006/relationships/hyperlink"/></Relationships>
</file>

<file path=ppt/slides/_rels/slide2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png" Type="http://schemas.openxmlformats.org/officeDocument/2006/relationships/image"/><Relationship Id="rId6" Target="../media/image66.png" Type="http://schemas.openxmlformats.org/officeDocument/2006/relationships/image"/><Relationship Id="rId7" Target="../media/image6.png" Type="http://schemas.openxmlformats.org/officeDocument/2006/relationships/image"/><Relationship Id="rId8" Target="../media/image7.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320000"/>
        </a:solidFill>
      </p:bgPr>
    </p:bg>
    <p:spTree>
      <p:nvGrpSpPr>
        <p:cNvPr id="1" name=""/>
        <p:cNvGrpSpPr/>
        <p:nvPr/>
      </p:nvGrpSpPr>
      <p:grpSpPr>
        <a:xfrm>
          <a:off x="0" y="0"/>
          <a:ext cx="0" cy="0"/>
          <a:chOff x="0" y="0"/>
          <a:chExt cx="0" cy="0"/>
        </a:xfrm>
      </p:grpSpPr>
      <p:sp>
        <p:nvSpPr>
          <p:cNvPr name="AutoShape 2" id="2"/>
          <p:cNvSpPr/>
          <p:nvPr/>
        </p:nvSpPr>
        <p:spPr>
          <a:xfrm>
            <a:off x="1023938" y="-448043"/>
            <a:ext cx="0" cy="11118486"/>
          </a:xfrm>
          <a:prstGeom prst="line">
            <a:avLst/>
          </a:prstGeom>
          <a:ln cap="flat" w="9525">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Freeform 3" id="3"/>
          <p:cNvSpPr/>
          <p:nvPr/>
        </p:nvSpPr>
        <p:spPr>
          <a:xfrm flipH="false" flipV="false" rot="0">
            <a:off x="-1087109" y="-1319378"/>
            <a:ext cx="7209415" cy="7209415"/>
          </a:xfrm>
          <a:custGeom>
            <a:avLst/>
            <a:gdLst/>
            <a:ahLst/>
            <a:cxnLst/>
            <a:rect r="r" b="b" t="t" l="l"/>
            <a:pathLst>
              <a:path h="7209415" w="7209415">
                <a:moveTo>
                  <a:pt x="0" y="0"/>
                </a:moveTo>
                <a:lnTo>
                  <a:pt x="7209414" y="0"/>
                </a:lnTo>
                <a:lnTo>
                  <a:pt x="7209414" y="7209415"/>
                </a:lnTo>
                <a:lnTo>
                  <a:pt x="0" y="720941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6305222" y="146101"/>
            <a:ext cx="1251032" cy="1251032"/>
          </a:xfrm>
          <a:custGeom>
            <a:avLst/>
            <a:gdLst/>
            <a:ahLst/>
            <a:cxnLst/>
            <a:rect r="r" b="b" t="t" l="l"/>
            <a:pathLst>
              <a:path h="1251032" w="1251032">
                <a:moveTo>
                  <a:pt x="0" y="0"/>
                </a:moveTo>
                <a:lnTo>
                  <a:pt x="1251032" y="0"/>
                </a:lnTo>
                <a:lnTo>
                  <a:pt x="1251032" y="1251031"/>
                </a:lnTo>
                <a:lnTo>
                  <a:pt x="0" y="125103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AutoShape 5" id="5"/>
          <p:cNvSpPr/>
          <p:nvPr/>
        </p:nvSpPr>
        <p:spPr>
          <a:xfrm>
            <a:off x="6434138" y="-448043"/>
            <a:ext cx="0" cy="11118486"/>
          </a:xfrm>
          <a:prstGeom prst="line">
            <a:avLst/>
          </a:prstGeom>
          <a:ln cap="flat" w="9525">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6" id="6"/>
          <p:cNvSpPr/>
          <p:nvPr/>
        </p:nvSpPr>
        <p:spPr>
          <a:xfrm>
            <a:off x="11844338" y="-448043"/>
            <a:ext cx="0" cy="11118486"/>
          </a:xfrm>
          <a:prstGeom prst="line">
            <a:avLst/>
          </a:prstGeom>
          <a:ln cap="flat" w="9525">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7" id="7"/>
          <p:cNvSpPr/>
          <p:nvPr/>
        </p:nvSpPr>
        <p:spPr>
          <a:xfrm>
            <a:off x="17254538" y="-448043"/>
            <a:ext cx="0" cy="11118486"/>
          </a:xfrm>
          <a:prstGeom prst="line">
            <a:avLst/>
          </a:prstGeom>
          <a:ln cap="flat" w="9525">
            <a:gradFill>
              <a:gsLst>
                <a:gs pos="0">
                  <a:srgbClr val="FFFFFF">
                    <a:alpha val="26000"/>
                  </a:srgbClr>
                </a:gs>
                <a:gs pos="25000">
                  <a:srgbClr val="7D7D7D">
                    <a:alpha val="26000"/>
                  </a:srgbClr>
                </a:gs>
                <a:gs pos="50000">
                  <a:srgbClr val="FFFFFF">
                    <a:alpha val="26000"/>
                  </a:srgbClr>
                </a:gs>
                <a:gs pos="75000">
                  <a:srgbClr val="7C7C7C">
                    <a:alpha val="26000"/>
                  </a:srgbClr>
                </a:gs>
                <a:gs pos="100000">
                  <a:srgbClr val="FFFFFF">
                    <a:alpha val="26000"/>
                  </a:srgbClr>
                </a:gs>
              </a:gsLst>
              <a:lin ang="0"/>
            </a:gradFill>
            <a:prstDash val="solid"/>
            <a:headEnd type="none" len="sm" w="sm"/>
            <a:tailEnd type="none" len="sm" w="sm"/>
          </a:ln>
        </p:spPr>
      </p:sp>
      <p:grpSp>
        <p:nvGrpSpPr>
          <p:cNvPr name="Group 8" id="8"/>
          <p:cNvGrpSpPr/>
          <p:nvPr/>
        </p:nvGrpSpPr>
        <p:grpSpPr>
          <a:xfrm rot="0">
            <a:off x="12976639" y="-96257"/>
            <a:ext cx="5421584" cy="10461592"/>
            <a:chOff x="0" y="0"/>
            <a:chExt cx="839945" cy="1620774"/>
          </a:xfrm>
        </p:grpSpPr>
        <p:sp>
          <p:nvSpPr>
            <p:cNvPr name="Freeform 9" id="9"/>
            <p:cNvSpPr/>
            <p:nvPr/>
          </p:nvSpPr>
          <p:spPr>
            <a:xfrm flipH="false" flipV="false" rot="0">
              <a:off x="0" y="0"/>
              <a:ext cx="839945" cy="1620774"/>
            </a:xfrm>
            <a:custGeom>
              <a:avLst/>
              <a:gdLst/>
              <a:ahLst/>
              <a:cxnLst/>
              <a:rect r="r" b="b" t="t" l="l"/>
              <a:pathLst>
                <a:path h="1620774" w="839945">
                  <a:moveTo>
                    <a:pt x="0" y="0"/>
                  </a:moveTo>
                  <a:lnTo>
                    <a:pt x="839945" y="0"/>
                  </a:lnTo>
                  <a:lnTo>
                    <a:pt x="839945" y="1620774"/>
                  </a:lnTo>
                  <a:lnTo>
                    <a:pt x="0" y="1620774"/>
                  </a:lnTo>
                  <a:close/>
                </a:path>
              </a:pathLst>
            </a:custGeom>
            <a:blipFill>
              <a:blip r:embed="rId4"/>
              <a:stretch>
                <a:fillRect l="-3845" t="0" r="-3845" b="0"/>
              </a:stretch>
            </a:blipFill>
            <a:ln cap="sq">
              <a:noFill/>
              <a:prstDash val="solid"/>
              <a:miter/>
            </a:ln>
          </p:spPr>
        </p:sp>
      </p:grpSp>
      <p:sp>
        <p:nvSpPr>
          <p:cNvPr name="Freeform 10" id="10"/>
          <p:cNvSpPr/>
          <p:nvPr/>
        </p:nvSpPr>
        <p:spPr>
          <a:xfrm flipH="false" flipV="false" rot="0">
            <a:off x="699681" y="1028700"/>
            <a:ext cx="12906910" cy="3402731"/>
          </a:xfrm>
          <a:custGeom>
            <a:avLst/>
            <a:gdLst/>
            <a:ahLst/>
            <a:cxnLst/>
            <a:rect r="r" b="b" t="t" l="l"/>
            <a:pathLst>
              <a:path h="3402731" w="12906910">
                <a:moveTo>
                  <a:pt x="0" y="0"/>
                </a:moveTo>
                <a:lnTo>
                  <a:pt x="12906910" y="0"/>
                </a:lnTo>
                <a:lnTo>
                  <a:pt x="12906910" y="3402731"/>
                </a:lnTo>
                <a:lnTo>
                  <a:pt x="0" y="3402731"/>
                </a:lnTo>
                <a:lnTo>
                  <a:pt x="0" y="0"/>
                </a:lnTo>
                <a:close/>
              </a:path>
            </a:pathLst>
          </a:custGeom>
          <a:blipFill>
            <a:blip r:embed="rId5"/>
            <a:stretch>
              <a:fillRect l="0" t="0" r="0" b="0"/>
            </a:stretch>
          </a:blipFill>
        </p:spPr>
      </p:sp>
      <p:sp>
        <p:nvSpPr>
          <p:cNvPr name="Freeform 11" id="11"/>
          <p:cNvSpPr/>
          <p:nvPr/>
        </p:nvSpPr>
        <p:spPr>
          <a:xfrm flipH="false" flipV="false" rot="0">
            <a:off x="699681" y="5385578"/>
            <a:ext cx="12906910" cy="3402731"/>
          </a:xfrm>
          <a:custGeom>
            <a:avLst/>
            <a:gdLst/>
            <a:ahLst/>
            <a:cxnLst/>
            <a:rect r="r" b="b" t="t" l="l"/>
            <a:pathLst>
              <a:path h="3402731" w="12906910">
                <a:moveTo>
                  <a:pt x="0" y="0"/>
                </a:moveTo>
                <a:lnTo>
                  <a:pt x="12906910" y="0"/>
                </a:lnTo>
                <a:lnTo>
                  <a:pt x="12906910" y="3402731"/>
                </a:lnTo>
                <a:lnTo>
                  <a:pt x="0" y="3402731"/>
                </a:lnTo>
                <a:lnTo>
                  <a:pt x="0" y="0"/>
                </a:lnTo>
                <a:close/>
              </a:path>
            </a:pathLst>
          </a:custGeom>
          <a:blipFill>
            <a:blip r:embed="rId5"/>
            <a:stretch>
              <a:fillRect l="0" t="0" r="0" b="0"/>
            </a:stretch>
          </a:blipFill>
        </p:spPr>
      </p:sp>
      <p:grpSp>
        <p:nvGrpSpPr>
          <p:cNvPr name="Group 12" id="12"/>
          <p:cNvGrpSpPr/>
          <p:nvPr/>
        </p:nvGrpSpPr>
        <p:grpSpPr>
          <a:xfrm rot="0">
            <a:off x="815566" y="2421562"/>
            <a:ext cx="12791025" cy="5050342"/>
            <a:chOff x="0" y="0"/>
            <a:chExt cx="3368830" cy="1330131"/>
          </a:xfrm>
        </p:grpSpPr>
        <p:sp>
          <p:nvSpPr>
            <p:cNvPr name="Freeform 13" id="13"/>
            <p:cNvSpPr/>
            <p:nvPr/>
          </p:nvSpPr>
          <p:spPr>
            <a:xfrm flipH="false" flipV="false" rot="0">
              <a:off x="0" y="0"/>
              <a:ext cx="3368830" cy="1330131"/>
            </a:xfrm>
            <a:custGeom>
              <a:avLst/>
              <a:gdLst/>
              <a:ahLst/>
              <a:cxnLst/>
              <a:rect r="r" b="b" t="t" l="l"/>
              <a:pathLst>
                <a:path h="1330131" w="3368830">
                  <a:moveTo>
                    <a:pt x="37526" y="0"/>
                  </a:moveTo>
                  <a:lnTo>
                    <a:pt x="3331303" y="0"/>
                  </a:lnTo>
                  <a:cubicBezTo>
                    <a:pt x="3352029" y="0"/>
                    <a:pt x="3368830" y="16801"/>
                    <a:pt x="3368830" y="37526"/>
                  </a:cubicBezTo>
                  <a:lnTo>
                    <a:pt x="3368830" y="1292605"/>
                  </a:lnTo>
                  <a:cubicBezTo>
                    <a:pt x="3368830" y="1302558"/>
                    <a:pt x="3364876" y="1312103"/>
                    <a:pt x="3357838" y="1319140"/>
                  </a:cubicBezTo>
                  <a:cubicBezTo>
                    <a:pt x="3350801" y="1326178"/>
                    <a:pt x="3341256" y="1330131"/>
                    <a:pt x="3331303" y="1330131"/>
                  </a:cubicBezTo>
                  <a:lnTo>
                    <a:pt x="37526" y="1330131"/>
                  </a:lnTo>
                  <a:cubicBezTo>
                    <a:pt x="27574" y="1330131"/>
                    <a:pt x="18029" y="1326178"/>
                    <a:pt x="10991" y="1319140"/>
                  </a:cubicBezTo>
                  <a:cubicBezTo>
                    <a:pt x="3954" y="1312103"/>
                    <a:pt x="0" y="1302558"/>
                    <a:pt x="0" y="1292605"/>
                  </a:cubicBezTo>
                  <a:lnTo>
                    <a:pt x="0" y="37526"/>
                  </a:lnTo>
                  <a:cubicBezTo>
                    <a:pt x="0" y="27574"/>
                    <a:pt x="3954" y="18029"/>
                    <a:pt x="10991" y="10991"/>
                  </a:cubicBezTo>
                  <a:cubicBezTo>
                    <a:pt x="18029" y="3954"/>
                    <a:pt x="27574" y="0"/>
                    <a:pt x="37526" y="0"/>
                  </a:cubicBezTo>
                  <a:close/>
                </a:path>
              </a:pathLst>
            </a:custGeom>
            <a:solidFill>
              <a:srgbClr val="FFFFFF"/>
            </a:solidFill>
            <a:ln w="19050" cap="rnd">
              <a:solidFill>
                <a:srgbClr val="320000"/>
              </a:solidFill>
              <a:prstDash val="solid"/>
              <a:round/>
            </a:ln>
          </p:spPr>
        </p:sp>
        <p:sp>
          <p:nvSpPr>
            <p:cNvPr name="TextBox 14" id="14"/>
            <p:cNvSpPr txBox="true"/>
            <p:nvPr/>
          </p:nvSpPr>
          <p:spPr>
            <a:xfrm>
              <a:off x="0" y="-38100"/>
              <a:ext cx="3368830" cy="1368231"/>
            </a:xfrm>
            <a:prstGeom prst="rect">
              <a:avLst/>
            </a:prstGeom>
          </p:spPr>
          <p:txBody>
            <a:bodyPr anchor="ctr" rtlCol="false" tIns="50800" lIns="50800" bIns="50800" rIns="50800"/>
            <a:lstStyle/>
            <a:p>
              <a:pPr algn="ctr">
                <a:lnSpc>
                  <a:spcPts val="2659"/>
                </a:lnSpc>
                <a:spcBef>
                  <a:spcPct val="0"/>
                </a:spcBef>
              </a:pPr>
            </a:p>
          </p:txBody>
        </p:sp>
      </p:grpSp>
      <p:grpSp>
        <p:nvGrpSpPr>
          <p:cNvPr name="Group 15" id="15"/>
          <p:cNvGrpSpPr/>
          <p:nvPr/>
        </p:nvGrpSpPr>
        <p:grpSpPr>
          <a:xfrm rot="0">
            <a:off x="4298029" y="8216870"/>
            <a:ext cx="8383335" cy="1041430"/>
            <a:chOff x="0" y="0"/>
            <a:chExt cx="2207957" cy="274286"/>
          </a:xfrm>
        </p:grpSpPr>
        <p:sp>
          <p:nvSpPr>
            <p:cNvPr name="Freeform 16" id="16"/>
            <p:cNvSpPr/>
            <p:nvPr/>
          </p:nvSpPr>
          <p:spPr>
            <a:xfrm flipH="false" flipV="false" rot="0">
              <a:off x="0" y="0"/>
              <a:ext cx="2207957" cy="274286"/>
            </a:xfrm>
            <a:custGeom>
              <a:avLst/>
              <a:gdLst/>
              <a:ahLst/>
              <a:cxnLst/>
              <a:rect r="r" b="b" t="t" l="l"/>
              <a:pathLst>
                <a:path h="274286" w="2207957">
                  <a:moveTo>
                    <a:pt x="57256" y="0"/>
                  </a:moveTo>
                  <a:lnTo>
                    <a:pt x="2150700" y="0"/>
                  </a:lnTo>
                  <a:cubicBezTo>
                    <a:pt x="2165885" y="0"/>
                    <a:pt x="2180449" y="6032"/>
                    <a:pt x="2191187" y="16770"/>
                  </a:cubicBezTo>
                  <a:cubicBezTo>
                    <a:pt x="2201924" y="27508"/>
                    <a:pt x="2207957" y="42071"/>
                    <a:pt x="2207957" y="57256"/>
                  </a:cubicBezTo>
                  <a:lnTo>
                    <a:pt x="2207957" y="217030"/>
                  </a:lnTo>
                  <a:cubicBezTo>
                    <a:pt x="2207957" y="232215"/>
                    <a:pt x="2201924" y="246778"/>
                    <a:pt x="2191187" y="257516"/>
                  </a:cubicBezTo>
                  <a:cubicBezTo>
                    <a:pt x="2180449" y="268254"/>
                    <a:pt x="2165885" y="274286"/>
                    <a:pt x="2150700" y="274286"/>
                  </a:cubicBezTo>
                  <a:lnTo>
                    <a:pt x="57256" y="274286"/>
                  </a:lnTo>
                  <a:cubicBezTo>
                    <a:pt x="42071" y="274286"/>
                    <a:pt x="27508" y="268254"/>
                    <a:pt x="16770" y="257516"/>
                  </a:cubicBezTo>
                  <a:cubicBezTo>
                    <a:pt x="6032" y="246778"/>
                    <a:pt x="0" y="232215"/>
                    <a:pt x="0" y="217030"/>
                  </a:cubicBezTo>
                  <a:lnTo>
                    <a:pt x="0" y="57256"/>
                  </a:lnTo>
                  <a:cubicBezTo>
                    <a:pt x="0" y="42071"/>
                    <a:pt x="6032" y="27508"/>
                    <a:pt x="16770" y="16770"/>
                  </a:cubicBezTo>
                  <a:cubicBezTo>
                    <a:pt x="27508" y="6032"/>
                    <a:pt x="42071" y="0"/>
                    <a:pt x="57256" y="0"/>
                  </a:cubicBezTo>
                  <a:close/>
                </a:path>
              </a:pathLst>
            </a:custGeom>
            <a:gradFill rotWithShape="true">
              <a:gsLst>
                <a:gs pos="0">
                  <a:srgbClr val="FFFFFF">
                    <a:alpha val="8400"/>
                  </a:srgbClr>
                </a:gs>
                <a:gs pos="25000">
                  <a:srgbClr val="FFFFFF">
                    <a:alpha val="24000"/>
                  </a:srgbClr>
                </a:gs>
                <a:gs pos="50000">
                  <a:srgbClr val="FFFFFF">
                    <a:alpha val="8000"/>
                  </a:srgbClr>
                </a:gs>
                <a:gs pos="75000">
                  <a:srgbClr val="FFFFFF">
                    <a:alpha val="24000"/>
                  </a:srgbClr>
                </a:gs>
                <a:gs pos="100000">
                  <a:srgbClr val="FFFFFF">
                    <a:alpha val="8000"/>
                  </a:srgbClr>
                </a:gs>
              </a:gsLst>
              <a:lin ang="2700000"/>
            </a:gradFill>
            <a:ln w="19050" cap="rnd">
              <a:solidFill>
                <a:srgbClr val="FFFFFF">
                  <a:alpha val="80000"/>
                </a:srgbClr>
              </a:solidFill>
              <a:prstDash val="solid"/>
              <a:round/>
            </a:ln>
          </p:spPr>
        </p:sp>
        <p:sp>
          <p:nvSpPr>
            <p:cNvPr name="TextBox 17" id="17"/>
            <p:cNvSpPr txBox="true"/>
            <p:nvPr/>
          </p:nvSpPr>
          <p:spPr>
            <a:xfrm>
              <a:off x="0" y="-38100"/>
              <a:ext cx="2207957" cy="312386"/>
            </a:xfrm>
            <a:prstGeom prst="rect">
              <a:avLst/>
            </a:prstGeom>
          </p:spPr>
          <p:txBody>
            <a:bodyPr anchor="ctr" rtlCol="false" tIns="50800" lIns="50800" bIns="50800" rIns="50800"/>
            <a:lstStyle/>
            <a:p>
              <a:pPr algn="ctr">
                <a:lnSpc>
                  <a:spcPts val="2659"/>
                </a:lnSpc>
                <a:spcBef>
                  <a:spcPct val="0"/>
                </a:spcBef>
              </a:pPr>
            </a:p>
          </p:txBody>
        </p:sp>
      </p:grpSp>
      <p:grpSp>
        <p:nvGrpSpPr>
          <p:cNvPr name="Group 18" id="18"/>
          <p:cNvGrpSpPr/>
          <p:nvPr/>
        </p:nvGrpSpPr>
        <p:grpSpPr>
          <a:xfrm rot="0">
            <a:off x="815566" y="8216870"/>
            <a:ext cx="5077952" cy="1041430"/>
            <a:chOff x="0" y="0"/>
            <a:chExt cx="1337403" cy="274286"/>
          </a:xfrm>
        </p:grpSpPr>
        <p:sp>
          <p:nvSpPr>
            <p:cNvPr name="Freeform 19" id="19"/>
            <p:cNvSpPr/>
            <p:nvPr/>
          </p:nvSpPr>
          <p:spPr>
            <a:xfrm flipH="false" flipV="false" rot="0">
              <a:off x="0" y="0"/>
              <a:ext cx="1337403" cy="274286"/>
            </a:xfrm>
            <a:custGeom>
              <a:avLst/>
              <a:gdLst/>
              <a:ahLst/>
              <a:cxnLst/>
              <a:rect r="r" b="b" t="t" l="l"/>
              <a:pathLst>
                <a:path h="274286" w="1337403">
                  <a:moveTo>
                    <a:pt x="94526" y="0"/>
                  </a:moveTo>
                  <a:lnTo>
                    <a:pt x="1242877" y="0"/>
                  </a:lnTo>
                  <a:cubicBezTo>
                    <a:pt x="1295082" y="0"/>
                    <a:pt x="1337403" y="42321"/>
                    <a:pt x="1337403" y="94526"/>
                  </a:cubicBezTo>
                  <a:lnTo>
                    <a:pt x="1337403" y="179760"/>
                  </a:lnTo>
                  <a:cubicBezTo>
                    <a:pt x="1337403" y="204830"/>
                    <a:pt x="1327444" y="228873"/>
                    <a:pt x="1309717" y="246600"/>
                  </a:cubicBezTo>
                  <a:cubicBezTo>
                    <a:pt x="1291990" y="264327"/>
                    <a:pt x="1267947" y="274286"/>
                    <a:pt x="1242877" y="274286"/>
                  </a:cubicBezTo>
                  <a:lnTo>
                    <a:pt x="94526" y="274286"/>
                  </a:lnTo>
                  <a:cubicBezTo>
                    <a:pt x="42321" y="274286"/>
                    <a:pt x="0" y="231965"/>
                    <a:pt x="0" y="179760"/>
                  </a:cubicBezTo>
                  <a:lnTo>
                    <a:pt x="0" y="94526"/>
                  </a:lnTo>
                  <a:cubicBezTo>
                    <a:pt x="0" y="42321"/>
                    <a:pt x="42321" y="0"/>
                    <a:pt x="94526" y="0"/>
                  </a:cubicBezTo>
                  <a:close/>
                </a:path>
              </a:pathLst>
            </a:custGeom>
            <a:solidFill>
              <a:srgbClr val="FFFFFF"/>
            </a:solidFill>
            <a:ln w="19050" cap="rnd">
              <a:solidFill>
                <a:srgbClr val="320000"/>
              </a:solidFill>
              <a:prstDash val="solid"/>
              <a:round/>
            </a:ln>
          </p:spPr>
        </p:sp>
        <p:sp>
          <p:nvSpPr>
            <p:cNvPr name="TextBox 20" id="20"/>
            <p:cNvSpPr txBox="true"/>
            <p:nvPr/>
          </p:nvSpPr>
          <p:spPr>
            <a:xfrm>
              <a:off x="0" y="-38100"/>
              <a:ext cx="1337403" cy="312386"/>
            </a:xfrm>
            <a:prstGeom prst="rect">
              <a:avLst/>
            </a:prstGeom>
          </p:spPr>
          <p:txBody>
            <a:bodyPr anchor="ctr" rtlCol="false" tIns="50800" lIns="50800" bIns="50800" rIns="50800"/>
            <a:lstStyle/>
            <a:p>
              <a:pPr algn="ctr">
                <a:lnSpc>
                  <a:spcPts val="2659"/>
                </a:lnSpc>
                <a:spcBef>
                  <a:spcPct val="0"/>
                </a:spcBef>
              </a:pPr>
            </a:p>
          </p:txBody>
        </p:sp>
      </p:grpSp>
      <p:pic>
        <p:nvPicPr>
          <p:cNvPr name="Picture 21" id="21"/>
          <p:cNvPicPr>
            <a:picLocks noChangeAspect="true"/>
          </p:cNvPicPr>
          <p:nvPr/>
        </p:nvPicPr>
        <p:blipFill>
          <a:blip r:embed="rId6"/>
          <a:stretch>
            <a:fillRect/>
          </a:stretch>
        </p:blipFill>
        <p:spPr>
          <a:xfrm rot="0">
            <a:off x="6892709" y="8493617"/>
            <a:ext cx="448093" cy="456348"/>
          </a:xfrm>
          <a:prstGeom prst="rect">
            <a:avLst/>
          </a:prstGeom>
        </p:spPr>
      </p:pic>
      <p:sp>
        <p:nvSpPr>
          <p:cNvPr name="Freeform 22" id="22"/>
          <p:cNvSpPr/>
          <p:nvPr/>
        </p:nvSpPr>
        <p:spPr>
          <a:xfrm flipH="false" flipV="false" rot="0">
            <a:off x="9948069" y="8552977"/>
            <a:ext cx="383274" cy="383274"/>
          </a:xfrm>
          <a:custGeom>
            <a:avLst/>
            <a:gdLst/>
            <a:ahLst/>
            <a:cxnLst/>
            <a:rect r="r" b="b" t="t" l="l"/>
            <a:pathLst>
              <a:path h="383274" w="383274">
                <a:moveTo>
                  <a:pt x="0" y="0"/>
                </a:moveTo>
                <a:lnTo>
                  <a:pt x="383274" y="0"/>
                </a:lnTo>
                <a:lnTo>
                  <a:pt x="383274" y="383274"/>
                </a:lnTo>
                <a:lnTo>
                  <a:pt x="0" y="383274"/>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23" id="23"/>
          <p:cNvSpPr txBox="true"/>
          <p:nvPr/>
        </p:nvSpPr>
        <p:spPr>
          <a:xfrm rot="0">
            <a:off x="1195873" y="2863017"/>
            <a:ext cx="13600372" cy="1684107"/>
          </a:xfrm>
          <a:prstGeom prst="rect">
            <a:avLst/>
          </a:prstGeom>
        </p:spPr>
        <p:txBody>
          <a:bodyPr anchor="t" rtlCol="false" tIns="0" lIns="0" bIns="0" rIns="0">
            <a:spAutoFit/>
          </a:bodyPr>
          <a:lstStyle/>
          <a:p>
            <a:pPr algn="l">
              <a:lnSpc>
                <a:spcPts val="12699"/>
              </a:lnSpc>
            </a:pPr>
            <a:r>
              <a:rPr lang="en-US" sz="12450" spc="-722" b="true">
                <a:solidFill>
                  <a:srgbClr val="320000"/>
                </a:solidFill>
                <a:latin typeface="Bricolage Grotesque Bold"/>
                <a:ea typeface="Bricolage Grotesque Bold"/>
                <a:cs typeface="Bricolage Grotesque Bold"/>
                <a:sym typeface="Bricolage Grotesque Bold"/>
              </a:rPr>
              <a:t>Sistem Infomasi</a:t>
            </a:r>
          </a:p>
        </p:txBody>
      </p:sp>
      <p:sp>
        <p:nvSpPr>
          <p:cNvPr name="TextBox 24" id="24"/>
          <p:cNvSpPr txBox="true"/>
          <p:nvPr/>
        </p:nvSpPr>
        <p:spPr>
          <a:xfrm rot="0">
            <a:off x="2392775" y="4888095"/>
            <a:ext cx="10945602" cy="1137840"/>
          </a:xfrm>
          <a:prstGeom prst="rect">
            <a:avLst/>
          </a:prstGeom>
        </p:spPr>
        <p:txBody>
          <a:bodyPr anchor="t" rtlCol="false" tIns="0" lIns="0" bIns="0" rIns="0">
            <a:spAutoFit/>
          </a:bodyPr>
          <a:lstStyle/>
          <a:p>
            <a:pPr algn="l">
              <a:lnSpc>
                <a:spcPts val="8588"/>
              </a:lnSpc>
            </a:pPr>
            <a:r>
              <a:rPr lang="en-US" sz="8420" spc="-488">
                <a:solidFill>
                  <a:srgbClr val="320000"/>
                </a:solidFill>
                <a:latin typeface="Bricolage Grotesque Light"/>
                <a:ea typeface="Bricolage Grotesque Light"/>
                <a:cs typeface="Bricolage Grotesque Light"/>
                <a:sym typeface="Bricolage Grotesque Light"/>
              </a:rPr>
              <a:t>Pemesanan ARZEW</a:t>
            </a:r>
          </a:p>
        </p:txBody>
      </p:sp>
      <p:sp>
        <p:nvSpPr>
          <p:cNvPr name="TextBox 25" id="25"/>
          <p:cNvSpPr txBox="true"/>
          <p:nvPr/>
        </p:nvSpPr>
        <p:spPr>
          <a:xfrm rot="0">
            <a:off x="4961809" y="6518185"/>
            <a:ext cx="5252561" cy="393785"/>
          </a:xfrm>
          <a:prstGeom prst="rect">
            <a:avLst/>
          </a:prstGeom>
        </p:spPr>
        <p:txBody>
          <a:bodyPr anchor="t" rtlCol="false" tIns="0" lIns="0" bIns="0" rIns="0">
            <a:spAutoFit/>
          </a:bodyPr>
          <a:lstStyle/>
          <a:p>
            <a:pPr algn="l">
              <a:lnSpc>
                <a:spcPts val="3108"/>
              </a:lnSpc>
            </a:pPr>
            <a:r>
              <a:rPr lang="en-US" sz="2486" spc="-74">
                <a:solidFill>
                  <a:srgbClr val="320000"/>
                </a:solidFill>
                <a:latin typeface="Open Sans 2"/>
                <a:ea typeface="Open Sans 2"/>
                <a:cs typeface="Open Sans 2"/>
                <a:sym typeface="Open Sans 2"/>
              </a:rPr>
              <a:t>Ibu Arny Lattu, S.Pd.Kom., M.Kom.</a:t>
            </a:r>
          </a:p>
        </p:txBody>
      </p:sp>
      <p:sp>
        <p:nvSpPr>
          <p:cNvPr name="TextBox 26" id="26"/>
          <p:cNvSpPr txBox="true"/>
          <p:nvPr/>
        </p:nvSpPr>
        <p:spPr>
          <a:xfrm rot="0">
            <a:off x="1326848" y="8539192"/>
            <a:ext cx="3894213" cy="372744"/>
          </a:xfrm>
          <a:prstGeom prst="rect">
            <a:avLst/>
          </a:prstGeom>
        </p:spPr>
        <p:txBody>
          <a:bodyPr anchor="t" rtlCol="false" tIns="0" lIns="0" bIns="0" rIns="0">
            <a:spAutoFit/>
          </a:bodyPr>
          <a:lstStyle/>
          <a:p>
            <a:pPr algn="l">
              <a:lnSpc>
                <a:spcPts val="3080"/>
              </a:lnSpc>
              <a:spcBef>
                <a:spcPct val="0"/>
              </a:spcBef>
            </a:pPr>
            <a:r>
              <a:rPr lang="en-US" sz="2200" spc="-77">
                <a:solidFill>
                  <a:srgbClr val="320000"/>
                </a:solidFill>
                <a:latin typeface="Open Sans 1"/>
                <a:ea typeface="Open Sans 1"/>
                <a:cs typeface="Open Sans 1"/>
                <a:sym typeface="Open Sans 1"/>
              </a:rPr>
              <a:t>Kelompok 3  SI24F</a:t>
            </a:r>
          </a:p>
        </p:txBody>
      </p:sp>
      <p:sp>
        <p:nvSpPr>
          <p:cNvPr name="TextBox 27" id="27"/>
          <p:cNvSpPr txBox="true"/>
          <p:nvPr/>
        </p:nvSpPr>
        <p:spPr>
          <a:xfrm rot="0">
            <a:off x="7349812" y="8581737"/>
            <a:ext cx="1972567" cy="297180"/>
          </a:xfrm>
          <a:prstGeom prst="rect">
            <a:avLst/>
          </a:prstGeom>
        </p:spPr>
        <p:txBody>
          <a:bodyPr anchor="t" rtlCol="false" tIns="0" lIns="0" bIns="0" rIns="0">
            <a:spAutoFit/>
          </a:bodyPr>
          <a:lstStyle/>
          <a:p>
            <a:pPr algn="l" marL="0" indent="0" lvl="0">
              <a:lnSpc>
                <a:spcPts val="2520"/>
              </a:lnSpc>
              <a:spcBef>
                <a:spcPct val="0"/>
              </a:spcBef>
            </a:pPr>
            <a:r>
              <a:rPr lang="en-US" sz="1800">
                <a:solidFill>
                  <a:srgbClr val="FFFFFF"/>
                </a:solidFill>
                <a:latin typeface="Open Sans 1"/>
                <a:ea typeface="Open Sans 1"/>
                <a:cs typeface="Open Sans 1"/>
                <a:sym typeface="Open Sans 1"/>
              </a:rPr>
              <a:t>083110651114</a:t>
            </a:r>
          </a:p>
        </p:txBody>
      </p:sp>
      <p:sp>
        <p:nvSpPr>
          <p:cNvPr name="TextBox 28" id="28"/>
          <p:cNvSpPr txBox="true"/>
          <p:nvPr/>
        </p:nvSpPr>
        <p:spPr>
          <a:xfrm rot="0">
            <a:off x="10422779" y="8581737"/>
            <a:ext cx="2915598" cy="297180"/>
          </a:xfrm>
          <a:prstGeom prst="rect">
            <a:avLst/>
          </a:prstGeom>
        </p:spPr>
        <p:txBody>
          <a:bodyPr anchor="t" rtlCol="false" tIns="0" lIns="0" bIns="0" rIns="0">
            <a:spAutoFit/>
          </a:bodyPr>
          <a:lstStyle/>
          <a:p>
            <a:pPr algn="l" marL="0" indent="0" lvl="0">
              <a:lnSpc>
                <a:spcPts val="2520"/>
              </a:lnSpc>
              <a:spcBef>
                <a:spcPct val="0"/>
              </a:spcBef>
            </a:pPr>
            <a:r>
              <a:rPr lang="en-US" sz="1800">
                <a:solidFill>
                  <a:srgbClr val="FFFFFF"/>
                </a:solidFill>
                <a:latin typeface="Open Sans 1"/>
                <a:ea typeface="Open Sans 1"/>
                <a:cs typeface="Open Sans 1"/>
                <a:sym typeface="Open Sans 1"/>
              </a:rPr>
              <a:t>@4rzew</a:t>
            </a:r>
          </a:p>
        </p:txBody>
      </p:sp>
      <p:sp>
        <p:nvSpPr>
          <p:cNvPr name="TextBox 29" id="29"/>
          <p:cNvSpPr txBox="true"/>
          <p:nvPr/>
        </p:nvSpPr>
        <p:spPr>
          <a:xfrm rot="0">
            <a:off x="1102785" y="874681"/>
            <a:ext cx="7386911" cy="489606"/>
          </a:xfrm>
          <a:prstGeom prst="rect">
            <a:avLst/>
          </a:prstGeom>
        </p:spPr>
        <p:txBody>
          <a:bodyPr anchor="t" rtlCol="false" tIns="0" lIns="0" bIns="0" rIns="0">
            <a:spAutoFit/>
          </a:bodyPr>
          <a:lstStyle/>
          <a:p>
            <a:pPr algn="l">
              <a:lnSpc>
                <a:spcPts val="4014"/>
              </a:lnSpc>
            </a:pPr>
            <a:r>
              <a:rPr lang="en-US" sz="2867" spc="-126" b="true">
                <a:solidFill>
                  <a:srgbClr val="FFFFFF"/>
                </a:solidFill>
                <a:latin typeface="Open Sans 2 Bold"/>
                <a:ea typeface="Open Sans 2 Bold"/>
                <a:cs typeface="Open Sans 2 Bold"/>
                <a:sym typeface="Open Sans 2 Bold"/>
              </a:rPr>
              <a:t>ANALISIS DAN PERANCANGAN SISTEM</a:t>
            </a:r>
          </a:p>
        </p:txBody>
      </p:sp>
      <p:sp>
        <p:nvSpPr>
          <p:cNvPr name="TextBox 30" id="30"/>
          <p:cNvSpPr txBox="true"/>
          <p:nvPr/>
        </p:nvSpPr>
        <p:spPr>
          <a:xfrm rot="0">
            <a:off x="10378788" y="981075"/>
            <a:ext cx="2264569" cy="349250"/>
          </a:xfrm>
          <a:prstGeom prst="rect">
            <a:avLst/>
          </a:prstGeom>
        </p:spPr>
        <p:txBody>
          <a:bodyPr anchor="t" rtlCol="false" tIns="0" lIns="0" bIns="0" rIns="0">
            <a:spAutoFit/>
          </a:bodyPr>
          <a:lstStyle/>
          <a:p>
            <a:pPr algn="ctr">
              <a:lnSpc>
                <a:spcPts val="2800"/>
              </a:lnSpc>
            </a:pPr>
            <a:r>
              <a:rPr lang="en-US" sz="2000" spc="-88">
                <a:solidFill>
                  <a:srgbClr val="FFFFFF"/>
                </a:solidFill>
                <a:latin typeface="Open Sans 2"/>
                <a:ea typeface="Open Sans 2"/>
                <a:cs typeface="Open Sans 2"/>
                <a:sym typeface="Open Sans 2"/>
              </a:rPr>
              <a:t>Januari 2026</a:t>
            </a:r>
          </a:p>
        </p:txBody>
      </p:sp>
      <p:sp>
        <p:nvSpPr>
          <p:cNvPr name="TextBox 31" id="31"/>
          <p:cNvSpPr txBox="true"/>
          <p:nvPr/>
        </p:nvSpPr>
        <p:spPr>
          <a:xfrm rot="0">
            <a:off x="6210043" y="6087848"/>
            <a:ext cx="2002072" cy="349375"/>
          </a:xfrm>
          <a:prstGeom prst="rect">
            <a:avLst/>
          </a:prstGeom>
        </p:spPr>
        <p:txBody>
          <a:bodyPr anchor="t" rtlCol="false" tIns="0" lIns="0" bIns="0" rIns="0">
            <a:spAutoFit/>
          </a:bodyPr>
          <a:lstStyle/>
          <a:p>
            <a:pPr algn="ctr">
              <a:lnSpc>
                <a:spcPts val="2909"/>
              </a:lnSpc>
              <a:spcBef>
                <a:spcPct val="0"/>
              </a:spcBef>
            </a:pPr>
            <a:r>
              <a:rPr lang="en-US" sz="2077" spc="-155">
                <a:solidFill>
                  <a:srgbClr val="000000"/>
                </a:solidFill>
                <a:latin typeface="Open Sans 2"/>
                <a:ea typeface="Open Sans 2"/>
                <a:cs typeface="Open Sans 2"/>
                <a:sym typeface="Open Sans 2"/>
              </a:rPr>
              <a:t>Dosen Pengampu :</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320000"/>
        </a:solidFill>
      </p:bgPr>
    </p:bg>
    <p:spTree>
      <p:nvGrpSpPr>
        <p:cNvPr id="1" name=""/>
        <p:cNvGrpSpPr/>
        <p:nvPr/>
      </p:nvGrpSpPr>
      <p:grpSpPr>
        <a:xfrm>
          <a:off x="0" y="0"/>
          <a:ext cx="0" cy="0"/>
          <a:chOff x="0" y="0"/>
          <a:chExt cx="0" cy="0"/>
        </a:xfrm>
      </p:grpSpPr>
      <p:sp>
        <p:nvSpPr>
          <p:cNvPr name="AutoShape 2" id="2"/>
          <p:cNvSpPr/>
          <p:nvPr/>
        </p:nvSpPr>
        <p:spPr>
          <a:xfrm>
            <a:off x="1023938" y="-448043"/>
            <a:ext cx="0" cy="11118486"/>
          </a:xfrm>
          <a:prstGeom prst="line">
            <a:avLst/>
          </a:prstGeom>
          <a:ln cap="flat" w="9525">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Freeform 3" id="3"/>
          <p:cNvSpPr/>
          <p:nvPr/>
        </p:nvSpPr>
        <p:spPr>
          <a:xfrm flipH="false" flipV="false" rot="0">
            <a:off x="-1087109" y="-1319378"/>
            <a:ext cx="7209415" cy="7209415"/>
          </a:xfrm>
          <a:custGeom>
            <a:avLst/>
            <a:gdLst/>
            <a:ahLst/>
            <a:cxnLst/>
            <a:rect r="r" b="b" t="t" l="l"/>
            <a:pathLst>
              <a:path h="7209415" w="7209415">
                <a:moveTo>
                  <a:pt x="0" y="0"/>
                </a:moveTo>
                <a:lnTo>
                  <a:pt x="7209414" y="0"/>
                </a:lnTo>
                <a:lnTo>
                  <a:pt x="7209414" y="7209415"/>
                </a:lnTo>
                <a:lnTo>
                  <a:pt x="0" y="720941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6305222" y="146101"/>
            <a:ext cx="1251032" cy="1251032"/>
          </a:xfrm>
          <a:custGeom>
            <a:avLst/>
            <a:gdLst/>
            <a:ahLst/>
            <a:cxnLst/>
            <a:rect r="r" b="b" t="t" l="l"/>
            <a:pathLst>
              <a:path h="1251032" w="1251032">
                <a:moveTo>
                  <a:pt x="0" y="0"/>
                </a:moveTo>
                <a:lnTo>
                  <a:pt x="1251032" y="0"/>
                </a:lnTo>
                <a:lnTo>
                  <a:pt x="1251032" y="1251031"/>
                </a:lnTo>
                <a:lnTo>
                  <a:pt x="0" y="125103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AutoShape 5" id="5"/>
          <p:cNvSpPr/>
          <p:nvPr/>
        </p:nvSpPr>
        <p:spPr>
          <a:xfrm>
            <a:off x="6434138" y="-448043"/>
            <a:ext cx="0" cy="11118486"/>
          </a:xfrm>
          <a:prstGeom prst="line">
            <a:avLst/>
          </a:prstGeom>
          <a:ln cap="flat" w="9525">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6" id="6"/>
          <p:cNvSpPr/>
          <p:nvPr/>
        </p:nvSpPr>
        <p:spPr>
          <a:xfrm>
            <a:off x="11844338" y="-448043"/>
            <a:ext cx="0" cy="11118486"/>
          </a:xfrm>
          <a:prstGeom prst="line">
            <a:avLst/>
          </a:prstGeom>
          <a:ln cap="flat" w="9525">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7" id="7"/>
          <p:cNvSpPr/>
          <p:nvPr/>
        </p:nvSpPr>
        <p:spPr>
          <a:xfrm>
            <a:off x="17254538" y="-448043"/>
            <a:ext cx="0" cy="11118486"/>
          </a:xfrm>
          <a:prstGeom prst="line">
            <a:avLst/>
          </a:prstGeom>
          <a:ln cap="flat" w="9525">
            <a:gradFill>
              <a:gsLst>
                <a:gs pos="0">
                  <a:srgbClr val="FFFFFF">
                    <a:alpha val="26000"/>
                  </a:srgbClr>
                </a:gs>
                <a:gs pos="25000">
                  <a:srgbClr val="7D7D7D">
                    <a:alpha val="26000"/>
                  </a:srgbClr>
                </a:gs>
                <a:gs pos="50000">
                  <a:srgbClr val="FFFFFF">
                    <a:alpha val="26000"/>
                  </a:srgbClr>
                </a:gs>
                <a:gs pos="75000">
                  <a:srgbClr val="7C7C7C">
                    <a:alpha val="26000"/>
                  </a:srgbClr>
                </a:gs>
                <a:gs pos="100000">
                  <a:srgbClr val="FFFFFF">
                    <a:alpha val="26000"/>
                  </a:srgbClr>
                </a:gs>
              </a:gsLst>
              <a:lin ang="0"/>
            </a:gradFill>
            <a:prstDash val="solid"/>
            <a:headEnd type="none" len="sm" w="sm"/>
            <a:tailEnd type="none" len="sm" w="sm"/>
          </a:ln>
        </p:spPr>
      </p:sp>
      <p:grpSp>
        <p:nvGrpSpPr>
          <p:cNvPr name="Group 8" id="8"/>
          <p:cNvGrpSpPr/>
          <p:nvPr/>
        </p:nvGrpSpPr>
        <p:grpSpPr>
          <a:xfrm rot="0">
            <a:off x="12976639" y="-96257"/>
            <a:ext cx="5421584" cy="10461592"/>
            <a:chOff x="0" y="0"/>
            <a:chExt cx="839945" cy="1620774"/>
          </a:xfrm>
        </p:grpSpPr>
        <p:sp>
          <p:nvSpPr>
            <p:cNvPr name="Freeform 9" id="9"/>
            <p:cNvSpPr/>
            <p:nvPr/>
          </p:nvSpPr>
          <p:spPr>
            <a:xfrm flipH="false" flipV="false" rot="0">
              <a:off x="0" y="0"/>
              <a:ext cx="839945" cy="1620774"/>
            </a:xfrm>
            <a:custGeom>
              <a:avLst/>
              <a:gdLst/>
              <a:ahLst/>
              <a:cxnLst/>
              <a:rect r="r" b="b" t="t" l="l"/>
              <a:pathLst>
                <a:path h="1620774" w="839945">
                  <a:moveTo>
                    <a:pt x="0" y="0"/>
                  </a:moveTo>
                  <a:lnTo>
                    <a:pt x="839945" y="0"/>
                  </a:lnTo>
                  <a:lnTo>
                    <a:pt x="839945" y="1620774"/>
                  </a:lnTo>
                  <a:lnTo>
                    <a:pt x="0" y="1620774"/>
                  </a:lnTo>
                  <a:close/>
                </a:path>
              </a:pathLst>
            </a:custGeom>
            <a:blipFill>
              <a:blip r:embed="rId4"/>
              <a:stretch>
                <a:fillRect l="-3845" t="0" r="-3845" b="0"/>
              </a:stretch>
            </a:blipFill>
            <a:ln cap="sq">
              <a:noFill/>
              <a:prstDash val="solid"/>
              <a:miter/>
            </a:ln>
          </p:spPr>
        </p:sp>
      </p:grpSp>
      <p:sp>
        <p:nvSpPr>
          <p:cNvPr name="Freeform 10" id="10"/>
          <p:cNvSpPr/>
          <p:nvPr/>
        </p:nvSpPr>
        <p:spPr>
          <a:xfrm flipH="false" flipV="false" rot="0">
            <a:off x="699681" y="1028700"/>
            <a:ext cx="12906910" cy="3402731"/>
          </a:xfrm>
          <a:custGeom>
            <a:avLst/>
            <a:gdLst/>
            <a:ahLst/>
            <a:cxnLst/>
            <a:rect r="r" b="b" t="t" l="l"/>
            <a:pathLst>
              <a:path h="3402731" w="12906910">
                <a:moveTo>
                  <a:pt x="0" y="0"/>
                </a:moveTo>
                <a:lnTo>
                  <a:pt x="12906910" y="0"/>
                </a:lnTo>
                <a:lnTo>
                  <a:pt x="12906910" y="3402731"/>
                </a:lnTo>
                <a:lnTo>
                  <a:pt x="0" y="3402731"/>
                </a:lnTo>
                <a:lnTo>
                  <a:pt x="0" y="0"/>
                </a:lnTo>
                <a:close/>
              </a:path>
            </a:pathLst>
          </a:custGeom>
          <a:blipFill>
            <a:blip r:embed="rId5"/>
            <a:stretch>
              <a:fillRect l="0" t="0" r="0" b="0"/>
            </a:stretch>
          </a:blipFill>
        </p:spPr>
      </p:sp>
      <p:sp>
        <p:nvSpPr>
          <p:cNvPr name="Freeform 11" id="11"/>
          <p:cNvSpPr/>
          <p:nvPr/>
        </p:nvSpPr>
        <p:spPr>
          <a:xfrm flipH="false" flipV="false" rot="0">
            <a:off x="699681" y="5385578"/>
            <a:ext cx="12906910" cy="3402731"/>
          </a:xfrm>
          <a:custGeom>
            <a:avLst/>
            <a:gdLst/>
            <a:ahLst/>
            <a:cxnLst/>
            <a:rect r="r" b="b" t="t" l="l"/>
            <a:pathLst>
              <a:path h="3402731" w="12906910">
                <a:moveTo>
                  <a:pt x="0" y="0"/>
                </a:moveTo>
                <a:lnTo>
                  <a:pt x="12906910" y="0"/>
                </a:lnTo>
                <a:lnTo>
                  <a:pt x="12906910" y="3402731"/>
                </a:lnTo>
                <a:lnTo>
                  <a:pt x="0" y="3402731"/>
                </a:lnTo>
                <a:lnTo>
                  <a:pt x="0" y="0"/>
                </a:lnTo>
                <a:close/>
              </a:path>
            </a:pathLst>
          </a:custGeom>
          <a:blipFill>
            <a:blip r:embed="rId5"/>
            <a:stretch>
              <a:fillRect l="0" t="0" r="0" b="0"/>
            </a:stretch>
          </a:blipFill>
        </p:spPr>
      </p:sp>
      <p:grpSp>
        <p:nvGrpSpPr>
          <p:cNvPr name="Group 12" id="12"/>
          <p:cNvGrpSpPr/>
          <p:nvPr/>
        </p:nvGrpSpPr>
        <p:grpSpPr>
          <a:xfrm rot="0">
            <a:off x="815566" y="2421562"/>
            <a:ext cx="12791025" cy="5050342"/>
            <a:chOff x="0" y="0"/>
            <a:chExt cx="3368830" cy="1330131"/>
          </a:xfrm>
        </p:grpSpPr>
        <p:sp>
          <p:nvSpPr>
            <p:cNvPr name="Freeform 13" id="13"/>
            <p:cNvSpPr/>
            <p:nvPr/>
          </p:nvSpPr>
          <p:spPr>
            <a:xfrm flipH="false" flipV="false" rot="0">
              <a:off x="0" y="0"/>
              <a:ext cx="3368830" cy="1330131"/>
            </a:xfrm>
            <a:custGeom>
              <a:avLst/>
              <a:gdLst/>
              <a:ahLst/>
              <a:cxnLst/>
              <a:rect r="r" b="b" t="t" l="l"/>
              <a:pathLst>
                <a:path h="1330131" w="3368830">
                  <a:moveTo>
                    <a:pt x="37526" y="0"/>
                  </a:moveTo>
                  <a:lnTo>
                    <a:pt x="3331303" y="0"/>
                  </a:lnTo>
                  <a:cubicBezTo>
                    <a:pt x="3352029" y="0"/>
                    <a:pt x="3368830" y="16801"/>
                    <a:pt x="3368830" y="37526"/>
                  </a:cubicBezTo>
                  <a:lnTo>
                    <a:pt x="3368830" y="1292605"/>
                  </a:lnTo>
                  <a:cubicBezTo>
                    <a:pt x="3368830" y="1302558"/>
                    <a:pt x="3364876" y="1312103"/>
                    <a:pt x="3357838" y="1319140"/>
                  </a:cubicBezTo>
                  <a:cubicBezTo>
                    <a:pt x="3350801" y="1326178"/>
                    <a:pt x="3341256" y="1330131"/>
                    <a:pt x="3331303" y="1330131"/>
                  </a:cubicBezTo>
                  <a:lnTo>
                    <a:pt x="37526" y="1330131"/>
                  </a:lnTo>
                  <a:cubicBezTo>
                    <a:pt x="27574" y="1330131"/>
                    <a:pt x="18029" y="1326178"/>
                    <a:pt x="10991" y="1319140"/>
                  </a:cubicBezTo>
                  <a:cubicBezTo>
                    <a:pt x="3954" y="1312103"/>
                    <a:pt x="0" y="1302558"/>
                    <a:pt x="0" y="1292605"/>
                  </a:cubicBezTo>
                  <a:lnTo>
                    <a:pt x="0" y="37526"/>
                  </a:lnTo>
                  <a:cubicBezTo>
                    <a:pt x="0" y="27574"/>
                    <a:pt x="3954" y="18029"/>
                    <a:pt x="10991" y="10991"/>
                  </a:cubicBezTo>
                  <a:cubicBezTo>
                    <a:pt x="18029" y="3954"/>
                    <a:pt x="27574" y="0"/>
                    <a:pt x="37526" y="0"/>
                  </a:cubicBezTo>
                  <a:close/>
                </a:path>
              </a:pathLst>
            </a:custGeom>
            <a:solidFill>
              <a:srgbClr val="FFFFFF"/>
            </a:solidFill>
            <a:ln w="19050" cap="rnd">
              <a:solidFill>
                <a:srgbClr val="320000"/>
              </a:solidFill>
              <a:prstDash val="solid"/>
              <a:round/>
            </a:ln>
          </p:spPr>
        </p:sp>
        <p:sp>
          <p:nvSpPr>
            <p:cNvPr name="TextBox 14" id="14"/>
            <p:cNvSpPr txBox="true"/>
            <p:nvPr/>
          </p:nvSpPr>
          <p:spPr>
            <a:xfrm>
              <a:off x="0" y="-38100"/>
              <a:ext cx="3368830" cy="1368231"/>
            </a:xfrm>
            <a:prstGeom prst="rect">
              <a:avLst/>
            </a:prstGeom>
          </p:spPr>
          <p:txBody>
            <a:bodyPr anchor="ctr" rtlCol="false" tIns="50800" lIns="50800" bIns="50800" rIns="50800"/>
            <a:lstStyle/>
            <a:p>
              <a:pPr algn="ctr">
                <a:lnSpc>
                  <a:spcPts val="2659"/>
                </a:lnSpc>
                <a:spcBef>
                  <a:spcPct val="0"/>
                </a:spcBef>
              </a:pPr>
            </a:p>
          </p:txBody>
        </p:sp>
      </p:grpSp>
      <p:grpSp>
        <p:nvGrpSpPr>
          <p:cNvPr name="Group 15" id="15"/>
          <p:cNvGrpSpPr/>
          <p:nvPr/>
        </p:nvGrpSpPr>
        <p:grpSpPr>
          <a:xfrm rot="0">
            <a:off x="4298029" y="8216870"/>
            <a:ext cx="8383335" cy="1041430"/>
            <a:chOff x="0" y="0"/>
            <a:chExt cx="2207957" cy="274286"/>
          </a:xfrm>
        </p:grpSpPr>
        <p:sp>
          <p:nvSpPr>
            <p:cNvPr name="Freeform 16" id="16"/>
            <p:cNvSpPr/>
            <p:nvPr/>
          </p:nvSpPr>
          <p:spPr>
            <a:xfrm flipH="false" flipV="false" rot="0">
              <a:off x="0" y="0"/>
              <a:ext cx="2207957" cy="274286"/>
            </a:xfrm>
            <a:custGeom>
              <a:avLst/>
              <a:gdLst/>
              <a:ahLst/>
              <a:cxnLst/>
              <a:rect r="r" b="b" t="t" l="l"/>
              <a:pathLst>
                <a:path h="274286" w="2207957">
                  <a:moveTo>
                    <a:pt x="57256" y="0"/>
                  </a:moveTo>
                  <a:lnTo>
                    <a:pt x="2150700" y="0"/>
                  </a:lnTo>
                  <a:cubicBezTo>
                    <a:pt x="2165885" y="0"/>
                    <a:pt x="2180449" y="6032"/>
                    <a:pt x="2191187" y="16770"/>
                  </a:cubicBezTo>
                  <a:cubicBezTo>
                    <a:pt x="2201924" y="27508"/>
                    <a:pt x="2207957" y="42071"/>
                    <a:pt x="2207957" y="57256"/>
                  </a:cubicBezTo>
                  <a:lnTo>
                    <a:pt x="2207957" y="217030"/>
                  </a:lnTo>
                  <a:cubicBezTo>
                    <a:pt x="2207957" y="232215"/>
                    <a:pt x="2201924" y="246778"/>
                    <a:pt x="2191187" y="257516"/>
                  </a:cubicBezTo>
                  <a:cubicBezTo>
                    <a:pt x="2180449" y="268254"/>
                    <a:pt x="2165885" y="274286"/>
                    <a:pt x="2150700" y="274286"/>
                  </a:cubicBezTo>
                  <a:lnTo>
                    <a:pt x="57256" y="274286"/>
                  </a:lnTo>
                  <a:cubicBezTo>
                    <a:pt x="42071" y="274286"/>
                    <a:pt x="27508" y="268254"/>
                    <a:pt x="16770" y="257516"/>
                  </a:cubicBezTo>
                  <a:cubicBezTo>
                    <a:pt x="6032" y="246778"/>
                    <a:pt x="0" y="232215"/>
                    <a:pt x="0" y="217030"/>
                  </a:cubicBezTo>
                  <a:lnTo>
                    <a:pt x="0" y="57256"/>
                  </a:lnTo>
                  <a:cubicBezTo>
                    <a:pt x="0" y="42071"/>
                    <a:pt x="6032" y="27508"/>
                    <a:pt x="16770" y="16770"/>
                  </a:cubicBezTo>
                  <a:cubicBezTo>
                    <a:pt x="27508" y="6032"/>
                    <a:pt x="42071" y="0"/>
                    <a:pt x="57256" y="0"/>
                  </a:cubicBezTo>
                  <a:close/>
                </a:path>
              </a:pathLst>
            </a:custGeom>
            <a:gradFill rotWithShape="true">
              <a:gsLst>
                <a:gs pos="0">
                  <a:srgbClr val="FFFFFF">
                    <a:alpha val="8400"/>
                  </a:srgbClr>
                </a:gs>
                <a:gs pos="25000">
                  <a:srgbClr val="FFFFFF">
                    <a:alpha val="24000"/>
                  </a:srgbClr>
                </a:gs>
                <a:gs pos="50000">
                  <a:srgbClr val="FFFFFF">
                    <a:alpha val="8000"/>
                  </a:srgbClr>
                </a:gs>
                <a:gs pos="75000">
                  <a:srgbClr val="FFFFFF">
                    <a:alpha val="24000"/>
                  </a:srgbClr>
                </a:gs>
                <a:gs pos="100000">
                  <a:srgbClr val="FFFFFF">
                    <a:alpha val="8000"/>
                  </a:srgbClr>
                </a:gs>
              </a:gsLst>
              <a:lin ang="2700000"/>
            </a:gradFill>
            <a:ln w="19050" cap="rnd">
              <a:solidFill>
                <a:srgbClr val="FFFFFF">
                  <a:alpha val="80000"/>
                </a:srgbClr>
              </a:solidFill>
              <a:prstDash val="solid"/>
              <a:round/>
            </a:ln>
          </p:spPr>
        </p:sp>
        <p:sp>
          <p:nvSpPr>
            <p:cNvPr name="TextBox 17" id="17"/>
            <p:cNvSpPr txBox="true"/>
            <p:nvPr/>
          </p:nvSpPr>
          <p:spPr>
            <a:xfrm>
              <a:off x="0" y="-38100"/>
              <a:ext cx="2207957" cy="312386"/>
            </a:xfrm>
            <a:prstGeom prst="rect">
              <a:avLst/>
            </a:prstGeom>
          </p:spPr>
          <p:txBody>
            <a:bodyPr anchor="ctr" rtlCol="false" tIns="50800" lIns="50800" bIns="50800" rIns="50800"/>
            <a:lstStyle/>
            <a:p>
              <a:pPr algn="ctr">
                <a:lnSpc>
                  <a:spcPts val="2659"/>
                </a:lnSpc>
                <a:spcBef>
                  <a:spcPct val="0"/>
                </a:spcBef>
              </a:pPr>
            </a:p>
          </p:txBody>
        </p:sp>
      </p:grpSp>
      <p:grpSp>
        <p:nvGrpSpPr>
          <p:cNvPr name="Group 18" id="18"/>
          <p:cNvGrpSpPr/>
          <p:nvPr/>
        </p:nvGrpSpPr>
        <p:grpSpPr>
          <a:xfrm rot="0">
            <a:off x="815566" y="8216870"/>
            <a:ext cx="5077952" cy="1041430"/>
            <a:chOff x="0" y="0"/>
            <a:chExt cx="1337403" cy="274286"/>
          </a:xfrm>
        </p:grpSpPr>
        <p:sp>
          <p:nvSpPr>
            <p:cNvPr name="Freeform 19" id="19"/>
            <p:cNvSpPr/>
            <p:nvPr/>
          </p:nvSpPr>
          <p:spPr>
            <a:xfrm flipH="false" flipV="false" rot="0">
              <a:off x="0" y="0"/>
              <a:ext cx="1337403" cy="274286"/>
            </a:xfrm>
            <a:custGeom>
              <a:avLst/>
              <a:gdLst/>
              <a:ahLst/>
              <a:cxnLst/>
              <a:rect r="r" b="b" t="t" l="l"/>
              <a:pathLst>
                <a:path h="274286" w="1337403">
                  <a:moveTo>
                    <a:pt x="94526" y="0"/>
                  </a:moveTo>
                  <a:lnTo>
                    <a:pt x="1242877" y="0"/>
                  </a:lnTo>
                  <a:cubicBezTo>
                    <a:pt x="1295082" y="0"/>
                    <a:pt x="1337403" y="42321"/>
                    <a:pt x="1337403" y="94526"/>
                  </a:cubicBezTo>
                  <a:lnTo>
                    <a:pt x="1337403" y="179760"/>
                  </a:lnTo>
                  <a:cubicBezTo>
                    <a:pt x="1337403" y="204830"/>
                    <a:pt x="1327444" y="228873"/>
                    <a:pt x="1309717" y="246600"/>
                  </a:cubicBezTo>
                  <a:cubicBezTo>
                    <a:pt x="1291990" y="264327"/>
                    <a:pt x="1267947" y="274286"/>
                    <a:pt x="1242877" y="274286"/>
                  </a:cubicBezTo>
                  <a:lnTo>
                    <a:pt x="94526" y="274286"/>
                  </a:lnTo>
                  <a:cubicBezTo>
                    <a:pt x="42321" y="274286"/>
                    <a:pt x="0" y="231965"/>
                    <a:pt x="0" y="179760"/>
                  </a:cubicBezTo>
                  <a:lnTo>
                    <a:pt x="0" y="94526"/>
                  </a:lnTo>
                  <a:cubicBezTo>
                    <a:pt x="0" y="42321"/>
                    <a:pt x="42321" y="0"/>
                    <a:pt x="94526" y="0"/>
                  </a:cubicBezTo>
                  <a:close/>
                </a:path>
              </a:pathLst>
            </a:custGeom>
            <a:solidFill>
              <a:srgbClr val="FFFFFF"/>
            </a:solidFill>
            <a:ln w="19050" cap="rnd">
              <a:solidFill>
                <a:srgbClr val="320000"/>
              </a:solidFill>
              <a:prstDash val="solid"/>
              <a:round/>
            </a:ln>
          </p:spPr>
        </p:sp>
        <p:sp>
          <p:nvSpPr>
            <p:cNvPr name="TextBox 20" id="20"/>
            <p:cNvSpPr txBox="true"/>
            <p:nvPr/>
          </p:nvSpPr>
          <p:spPr>
            <a:xfrm>
              <a:off x="0" y="-38100"/>
              <a:ext cx="1337403" cy="312386"/>
            </a:xfrm>
            <a:prstGeom prst="rect">
              <a:avLst/>
            </a:prstGeom>
          </p:spPr>
          <p:txBody>
            <a:bodyPr anchor="ctr" rtlCol="false" tIns="50800" lIns="50800" bIns="50800" rIns="50800"/>
            <a:lstStyle/>
            <a:p>
              <a:pPr algn="ctr">
                <a:lnSpc>
                  <a:spcPts val="2659"/>
                </a:lnSpc>
                <a:spcBef>
                  <a:spcPct val="0"/>
                </a:spcBef>
              </a:pPr>
            </a:p>
          </p:txBody>
        </p:sp>
      </p:grpSp>
      <p:pic>
        <p:nvPicPr>
          <p:cNvPr name="Picture 21" id="21"/>
          <p:cNvPicPr>
            <a:picLocks noChangeAspect="true"/>
          </p:cNvPicPr>
          <p:nvPr/>
        </p:nvPicPr>
        <p:blipFill>
          <a:blip r:embed="rId6"/>
          <a:stretch>
            <a:fillRect/>
          </a:stretch>
        </p:blipFill>
        <p:spPr>
          <a:xfrm rot="0">
            <a:off x="6892709" y="8493617"/>
            <a:ext cx="448093" cy="456348"/>
          </a:xfrm>
          <a:prstGeom prst="rect">
            <a:avLst/>
          </a:prstGeom>
        </p:spPr>
      </p:pic>
      <p:sp>
        <p:nvSpPr>
          <p:cNvPr name="Freeform 22" id="22"/>
          <p:cNvSpPr/>
          <p:nvPr/>
        </p:nvSpPr>
        <p:spPr>
          <a:xfrm flipH="false" flipV="false" rot="0">
            <a:off x="9948069" y="8552977"/>
            <a:ext cx="383274" cy="383274"/>
          </a:xfrm>
          <a:custGeom>
            <a:avLst/>
            <a:gdLst/>
            <a:ahLst/>
            <a:cxnLst/>
            <a:rect r="r" b="b" t="t" l="l"/>
            <a:pathLst>
              <a:path h="383274" w="383274">
                <a:moveTo>
                  <a:pt x="0" y="0"/>
                </a:moveTo>
                <a:lnTo>
                  <a:pt x="383274" y="0"/>
                </a:lnTo>
                <a:lnTo>
                  <a:pt x="383274" y="383274"/>
                </a:lnTo>
                <a:lnTo>
                  <a:pt x="0" y="383274"/>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23" id="23"/>
          <p:cNvSpPr txBox="true"/>
          <p:nvPr/>
        </p:nvSpPr>
        <p:spPr>
          <a:xfrm rot="0">
            <a:off x="1537072" y="3343400"/>
            <a:ext cx="10893095" cy="2993877"/>
          </a:xfrm>
          <a:prstGeom prst="rect">
            <a:avLst/>
          </a:prstGeom>
        </p:spPr>
        <p:txBody>
          <a:bodyPr anchor="t" rtlCol="false" tIns="0" lIns="0" bIns="0" rIns="0">
            <a:spAutoFit/>
          </a:bodyPr>
          <a:lstStyle/>
          <a:p>
            <a:pPr algn="l">
              <a:lnSpc>
                <a:spcPts val="3960"/>
              </a:lnSpc>
            </a:pPr>
            <a:r>
              <a:rPr lang="en-US" sz="3882" spc="-225">
                <a:solidFill>
                  <a:srgbClr val="320000"/>
                </a:solidFill>
                <a:latin typeface="Bricolage Grotesque Light"/>
                <a:ea typeface="Bricolage Grotesque Light"/>
                <a:cs typeface="Bricolage Grotesque Light"/>
                <a:sym typeface="Bricolage Grotesque Light"/>
              </a:rPr>
              <a:t>Disusun Oleh :</a:t>
            </a:r>
          </a:p>
          <a:p>
            <a:pPr algn="l" marL="838211" indent="-419106" lvl="1">
              <a:lnSpc>
                <a:spcPts val="3960"/>
              </a:lnSpc>
              <a:buAutoNum type="arabicPeriod" startAt="1"/>
            </a:pPr>
            <a:r>
              <a:rPr lang="en-US" sz="3882" spc="-225">
                <a:solidFill>
                  <a:srgbClr val="320000"/>
                </a:solidFill>
                <a:latin typeface="Bricolage Grotesque Light"/>
                <a:ea typeface="Bricolage Grotesque Light"/>
                <a:cs typeface="Bricolage Grotesque Light"/>
                <a:sym typeface="Bricolage Grotesque Light"/>
              </a:rPr>
              <a:t> Azmi Leoni Kamilah (20240050133)</a:t>
            </a:r>
          </a:p>
          <a:p>
            <a:pPr algn="l" marL="838211" indent="-419106" lvl="1">
              <a:lnSpc>
                <a:spcPts val="3960"/>
              </a:lnSpc>
              <a:buAutoNum type="arabicPeriod" startAt="1"/>
            </a:pPr>
            <a:r>
              <a:rPr lang="en-US" sz="3882" spc="-225">
                <a:solidFill>
                  <a:srgbClr val="320000"/>
                </a:solidFill>
                <a:latin typeface="Bricolage Grotesque Light"/>
                <a:ea typeface="Bricolage Grotesque Light"/>
                <a:cs typeface="Bricolage Grotesque Light"/>
                <a:sym typeface="Bricolage Grotesque Light"/>
              </a:rPr>
              <a:t> Jahra Anindya Irawan (20240050106)</a:t>
            </a:r>
          </a:p>
          <a:p>
            <a:pPr algn="l" marL="838211" indent="-419106" lvl="1">
              <a:lnSpc>
                <a:spcPts val="3960"/>
              </a:lnSpc>
              <a:buAutoNum type="arabicPeriod" startAt="1"/>
            </a:pPr>
            <a:r>
              <a:rPr lang="en-US" sz="3882" spc="-225">
                <a:solidFill>
                  <a:srgbClr val="320000"/>
                </a:solidFill>
                <a:latin typeface="Bricolage Grotesque Light"/>
                <a:ea typeface="Bricolage Grotesque Light"/>
                <a:cs typeface="Bricolage Grotesque Light"/>
                <a:sym typeface="Bricolage Grotesque Light"/>
              </a:rPr>
              <a:t> Lintang Purnama Harakita (20240050082)</a:t>
            </a:r>
          </a:p>
          <a:p>
            <a:pPr algn="l" marL="838211" indent="-419106" lvl="1">
              <a:lnSpc>
                <a:spcPts val="3960"/>
              </a:lnSpc>
              <a:buAutoNum type="arabicPeriod" startAt="1"/>
            </a:pPr>
            <a:r>
              <a:rPr lang="en-US" sz="3882" spc="-225">
                <a:solidFill>
                  <a:srgbClr val="320000"/>
                </a:solidFill>
                <a:latin typeface="Bricolage Grotesque Light"/>
                <a:ea typeface="Bricolage Grotesque Light"/>
                <a:cs typeface="Bricolage Grotesque Light"/>
                <a:sym typeface="Bricolage Grotesque Light"/>
              </a:rPr>
              <a:t> Nazlisa Hamidah (20240050108)</a:t>
            </a:r>
          </a:p>
          <a:p>
            <a:pPr algn="l" marL="838211" indent="-419106" lvl="1">
              <a:lnSpc>
                <a:spcPts val="3960"/>
              </a:lnSpc>
              <a:buAutoNum type="arabicPeriod" startAt="1"/>
            </a:pPr>
            <a:r>
              <a:rPr lang="en-US" sz="3882" spc="-225">
                <a:solidFill>
                  <a:srgbClr val="320000"/>
                </a:solidFill>
                <a:latin typeface="Bricolage Grotesque Light"/>
                <a:ea typeface="Bricolage Grotesque Light"/>
                <a:cs typeface="Bricolage Grotesque Light"/>
                <a:sym typeface="Bricolage Grotesque Light"/>
              </a:rPr>
              <a:t> Sisi Sophiana (20240050137)</a:t>
            </a:r>
          </a:p>
        </p:txBody>
      </p:sp>
      <p:sp>
        <p:nvSpPr>
          <p:cNvPr name="TextBox 24" id="24"/>
          <p:cNvSpPr txBox="true"/>
          <p:nvPr/>
        </p:nvSpPr>
        <p:spPr>
          <a:xfrm rot="0">
            <a:off x="1326848" y="8539192"/>
            <a:ext cx="3894213" cy="372744"/>
          </a:xfrm>
          <a:prstGeom prst="rect">
            <a:avLst/>
          </a:prstGeom>
        </p:spPr>
        <p:txBody>
          <a:bodyPr anchor="t" rtlCol="false" tIns="0" lIns="0" bIns="0" rIns="0">
            <a:spAutoFit/>
          </a:bodyPr>
          <a:lstStyle/>
          <a:p>
            <a:pPr algn="l">
              <a:lnSpc>
                <a:spcPts val="3080"/>
              </a:lnSpc>
              <a:spcBef>
                <a:spcPct val="0"/>
              </a:spcBef>
            </a:pPr>
            <a:r>
              <a:rPr lang="en-US" sz="2200" spc="-77">
                <a:solidFill>
                  <a:srgbClr val="320000"/>
                </a:solidFill>
                <a:latin typeface="Open Sans 1"/>
                <a:ea typeface="Open Sans 1"/>
                <a:cs typeface="Open Sans 1"/>
                <a:sym typeface="Open Sans 1"/>
              </a:rPr>
              <a:t>Kelompok 3  SI24F</a:t>
            </a:r>
          </a:p>
        </p:txBody>
      </p:sp>
      <p:sp>
        <p:nvSpPr>
          <p:cNvPr name="TextBox 25" id="25"/>
          <p:cNvSpPr txBox="true"/>
          <p:nvPr/>
        </p:nvSpPr>
        <p:spPr>
          <a:xfrm rot="0">
            <a:off x="7349812" y="8581737"/>
            <a:ext cx="1972567" cy="297180"/>
          </a:xfrm>
          <a:prstGeom prst="rect">
            <a:avLst/>
          </a:prstGeom>
        </p:spPr>
        <p:txBody>
          <a:bodyPr anchor="t" rtlCol="false" tIns="0" lIns="0" bIns="0" rIns="0">
            <a:spAutoFit/>
          </a:bodyPr>
          <a:lstStyle/>
          <a:p>
            <a:pPr algn="l" marL="0" indent="0" lvl="0">
              <a:lnSpc>
                <a:spcPts val="2520"/>
              </a:lnSpc>
              <a:spcBef>
                <a:spcPct val="0"/>
              </a:spcBef>
            </a:pPr>
            <a:r>
              <a:rPr lang="en-US" sz="1800">
                <a:solidFill>
                  <a:srgbClr val="FFFFFF"/>
                </a:solidFill>
                <a:latin typeface="Open Sans 1"/>
                <a:ea typeface="Open Sans 1"/>
                <a:cs typeface="Open Sans 1"/>
                <a:sym typeface="Open Sans 1"/>
              </a:rPr>
              <a:t>083110651114</a:t>
            </a:r>
          </a:p>
        </p:txBody>
      </p:sp>
      <p:sp>
        <p:nvSpPr>
          <p:cNvPr name="TextBox 26" id="26"/>
          <p:cNvSpPr txBox="true"/>
          <p:nvPr/>
        </p:nvSpPr>
        <p:spPr>
          <a:xfrm rot="0">
            <a:off x="10422779" y="8581737"/>
            <a:ext cx="2915598" cy="297180"/>
          </a:xfrm>
          <a:prstGeom prst="rect">
            <a:avLst/>
          </a:prstGeom>
        </p:spPr>
        <p:txBody>
          <a:bodyPr anchor="t" rtlCol="false" tIns="0" lIns="0" bIns="0" rIns="0">
            <a:spAutoFit/>
          </a:bodyPr>
          <a:lstStyle/>
          <a:p>
            <a:pPr algn="l" marL="0" indent="0" lvl="0">
              <a:lnSpc>
                <a:spcPts val="2520"/>
              </a:lnSpc>
              <a:spcBef>
                <a:spcPct val="0"/>
              </a:spcBef>
            </a:pPr>
            <a:r>
              <a:rPr lang="en-US" sz="1800">
                <a:solidFill>
                  <a:srgbClr val="FFFFFF"/>
                </a:solidFill>
                <a:latin typeface="Open Sans 1"/>
                <a:ea typeface="Open Sans 1"/>
                <a:cs typeface="Open Sans 1"/>
                <a:sym typeface="Open Sans 1"/>
              </a:rPr>
              <a:t>@4rzew</a:t>
            </a:r>
          </a:p>
        </p:txBody>
      </p:sp>
      <p:sp>
        <p:nvSpPr>
          <p:cNvPr name="TextBox 27" id="27"/>
          <p:cNvSpPr txBox="true"/>
          <p:nvPr/>
        </p:nvSpPr>
        <p:spPr>
          <a:xfrm rot="0">
            <a:off x="1102785" y="874681"/>
            <a:ext cx="7386911" cy="489606"/>
          </a:xfrm>
          <a:prstGeom prst="rect">
            <a:avLst/>
          </a:prstGeom>
        </p:spPr>
        <p:txBody>
          <a:bodyPr anchor="t" rtlCol="false" tIns="0" lIns="0" bIns="0" rIns="0">
            <a:spAutoFit/>
          </a:bodyPr>
          <a:lstStyle/>
          <a:p>
            <a:pPr algn="l">
              <a:lnSpc>
                <a:spcPts val="4014"/>
              </a:lnSpc>
            </a:pPr>
            <a:r>
              <a:rPr lang="en-US" sz="2867" spc="-126" b="true">
                <a:solidFill>
                  <a:srgbClr val="FFFFFF"/>
                </a:solidFill>
                <a:latin typeface="Open Sans 2 Bold"/>
                <a:ea typeface="Open Sans 2 Bold"/>
                <a:cs typeface="Open Sans 2 Bold"/>
                <a:sym typeface="Open Sans 2 Bold"/>
              </a:rPr>
              <a:t>ANALISIS DAN PERANCANGAN SISTEM</a:t>
            </a:r>
          </a:p>
        </p:txBody>
      </p:sp>
      <p:sp>
        <p:nvSpPr>
          <p:cNvPr name="TextBox 28" id="28"/>
          <p:cNvSpPr txBox="true"/>
          <p:nvPr/>
        </p:nvSpPr>
        <p:spPr>
          <a:xfrm rot="0">
            <a:off x="10378788" y="981075"/>
            <a:ext cx="2264569" cy="349250"/>
          </a:xfrm>
          <a:prstGeom prst="rect">
            <a:avLst/>
          </a:prstGeom>
        </p:spPr>
        <p:txBody>
          <a:bodyPr anchor="t" rtlCol="false" tIns="0" lIns="0" bIns="0" rIns="0">
            <a:spAutoFit/>
          </a:bodyPr>
          <a:lstStyle/>
          <a:p>
            <a:pPr algn="ctr">
              <a:lnSpc>
                <a:spcPts val="2800"/>
              </a:lnSpc>
            </a:pPr>
            <a:r>
              <a:rPr lang="en-US" sz="2000" spc="-88">
                <a:solidFill>
                  <a:srgbClr val="FFFFFF"/>
                </a:solidFill>
                <a:latin typeface="Open Sans 2"/>
                <a:ea typeface="Open Sans 2"/>
                <a:cs typeface="Open Sans 2"/>
                <a:sym typeface="Open Sans 2"/>
              </a:rPr>
              <a:t>Januari 2026</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320000"/>
        </a:solidFill>
      </p:bgPr>
    </p:bg>
    <p:spTree>
      <p:nvGrpSpPr>
        <p:cNvPr id="1" name=""/>
        <p:cNvGrpSpPr/>
        <p:nvPr/>
      </p:nvGrpSpPr>
      <p:grpSpPr>
        <a:xfrm>
          <a:off x="0" y="0"/>
          <a:ext cx="0" cy="0"/>
          <a:chOff x="0" y="0"/>
          <a:chExt cx="0" cy="0"/>
        </a:xfrm>
      </p:grpSpPr>
      <p:grpSp>
        <p:nvGrpSpPr>
          <p:cNvPr name="Group 2" id="2"/>
          <p:cNvGrpSpPr/>
          <p:nvPr/>
        </p:nvGrpSpPr>
        <p:grpSpPr>
          <a:xfrm rot="0">
            <a:off x="1019175" y="-448043"/>
            <a:ext cx="16240125" cy="11118486"/>
            <a:chOff x="0" y="0"/>
            <a:chExt cx="21653500" cy="14824648"/>
          </a:xfrm>
        </p:grpSpPr>
        <p:sp>
          <p:nvSpPr>
            <p:cNvPr name="AutoShape 3" id="3"/>
            <p:cNvSpPr/>
            <p:nvPr/>
          </p:nvSpPr>
          <p:spPr>
            <a:xfrm>
              <a:off x="63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4" id="4"/>
            <p:cNvSpPr/>
            <p:nvPr/>
          </p:nvSpPr>
          <p:spPr>
            <a:xfrm>
              <a:off x="72199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5" id="5"/>
            <p:cNvSpPr/>
            <p:nvPr/>
          </p:nvSpPr>
          <p:spPr>
            <a:xfrm>
              <a:off x="144335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6" id="6"/>
            <p:cNvSpPr/>
            <p:nvPr/>
          </p:nvSpPr>
          <p:spPr>
            <a:xfrm>
              <a:off x="216471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grpSp>
      <p:sp>
        <p:nvSpPr>
          <p:cNvPr name="Freeform 7" id="7"/>
          <p:cNvSpPr/>
          <p:nvPr/>
        </p:nvSpPr>
        <p:spPr>
          <a:xfrm flipH="false" flipV="false" rot="0">
            <a:off x="-1069008" y="-1373680"/>
            <a:ext cx="7209415" cy="7209415"/>
          </a:xfrm>
          <a:custGeom>
            <a:avLst/>
            <a:gdLst/>
            <a:ahLst/>
            <a:cxnLst/>
            <a:rect r="r" b="b" t="t" l="l"/>
            <a:pathLst>
              <a:path h="7209415" w="7209415">
                <a:moveTo>
                  <a:pt x="0" y="0"/>
                </a:moveTo>
                <a:lnTo>
                  <a:pt x="7209414" y="0"/>
                </a:lnTo>
                <a:lnTo>
                  <a:pt x="7209414" y="7209415"/>
                </a:lnTo>
                <a:lnTo>
                  <a:pt x="0" y="7209415"/>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6305222" y="146101"/>
            <a:ext cx="1251032" cy="1251032"/>
          </a:xfrm>
          <a:custGeom>
            <a:avLst/>
            <a:gdLst/>
            <a:ahLst/>
            <a:cxnLst/>
            <a:rect r="r" b="b" t="t" l="l"/>
            <a:pathLst>
              <a:path h="1251032" w="1251032">
                <a:moveTo>
                  <a:pt x="0" y="0"/>
                </a:moveTo>
                <a:lnTo>
                  <a:pt x="1251032" y="0"/>
                </a:lnTo>
                <a:lnTo>
                  <a:pt x="1251032" y="1251031"/>
                </a:lnTo>
                <a:lnTo>
                  <a:pt x="0" y="125103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grpSp>
        <p:nvGrpSpPr>
          <p:cNvPr name="Group 9" id="9"/>
          <p:cNvGrpSpPr/>
          <p:nvPr/>
        </p:nvGrpSpPr>
        <p:grpSpPr>
          <a:xfrm rot="0">
            <a:off x="1028700" y="1028700"/>
            <a:ext cx="5902038" cy="8497233"/>
            <a:chOff x="0" y="0"/>
            <a:chExt cx="914380" cy="1316444"/>
          </a:xfrm>
        </p:grpSpPr>
        <p:sp>
          <p:nvSpPr>
            <p:cNvPr name="Freeform 10" id="10"/>
            <p:cNvSpPr/>
            <p:nvPr/>
          </p:nvSpPr>
          <p:spPr>
            <a:xfrm flipH="false" flipV="false" rot="0">
              <a:off x="0" y="0"/>
              <a:ext cx="914380" cy="1316444"/>
            </a:xfrm>
            <a:custGeom>
              <a:avLst/>
              <a:gdLst/>
              <a:ahLst/>
              <a:cxnLst/>
              <a:rect r="r" b="b" t="t" l="l"/>
              <a:pathLst>
                <a:path h="1316444" w="914380">
                  <a:moveTo>
                    <a:pt x="59028" y="0"/>
                  </a:moveTo>
                  <a:lnTo>
                    <a:pt x="855352" y="0"/>
                  </a:lnTo>
                  <a:cubicBezTo>
                    <a:pt x="871007" y="0"/>
                    <a:pt x="886021" y="6219"/>
                    <a:pt x="897091" y="17289"/>
                  </a:cubicBezTo>
                  <a:cubicBezTo>
                    <a:pt x="908161" y="28359"/>
                    <a:pt x="914380" y="43373"/>
                    <a:pt x="914380" y="59028"/>
                  </a:cubicBezTo>
                  <a:lnTo>
                    <a:pt x="914380" y="1257415"/>
                  </a:lnTo>
                  <a:cubicBezTo>
                    <a:pt x="914380" y="1273071"/>
                    <a:pt x="908161" y="1288085"/>
                    <a:pt x="897091" y="1299155"/>
                  </a:cubicBezTo>
                  <a:cubicBezTo>
                    <a:pt x="886021" y="1310225"/>
                    <a:pt x="871007" y="1316444"/>
                    <a:pt x="855352" y="1316444"/>
                  </a:cubicBezTo>
                  <a:lnTo>
                    <a:pt x="59028" y="1316444"/>
                  </a:lnTo>
                  <a:cubicBezTo>
                    <a:pt x="43373" y="1316444"/>
                    <a:pt x="28359" y="1310225"/>
                    <a:pt x="17289" y="1299155"/>
                  </a:cubicBezTo>
                  <a:cubicBezTo>
                    <a:pt x="6219" y="1288085"/>
                    <a:pt x="0" y="1273071"/>
                    <a:pt x="0" y="1257415"/>
                  </a:cubicBezTo>
                  <a:lnTo>
                    <a:pt x="0" y="59028"/>
                  </a:lnTo>
                  <a:cubicBezTo>
                    <a:pt x="0" y="43373"/>
                    <a:pt x="6219" y="28359"/>
                    <a:pt x="17289" y="17289"/>
                  </a:cubicBezTo>
                  <a:cubicBezTo>
                    <a:pt x="28359" y="6219"/>
                    <a:pt x="43373" y="0"/>
                    <a:pt x="59028" y="0"/>
                  </a:cubicBezTo>
                  <a:close/>
                </a:path>
              </a:pathLst>
            </a:custGeom>
            <a:blipFill>
              <a:blip r:embed="rId4"/>
              <a:stretch>
                <a:fillRect l="0" t="-38842" r="0" b="-38842"/>
              </a:stretch>
            </a:blipFill>
            <a:ln w="19050"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1" id="11"/>
          <p:cNvGrpSpPr/>
          <p:nvPr/>
        </p:nvGrpSpPr>
        <p:grpSpPr>
          <a:xfrm rot="0">
            <a:off x="7556254" y="3257984"/>
            <a:ext cx="11641737" cy="6267949"/>
            <a:chOff x="0" y="0"/>
            <a:chExt cx="4381981" cy="2359272"/>
          </a:xfrm>
        </p:grpSpPr>
        <p:sp>
          <p:nvSpPr>
            <p:cNvPr name="Freeform 12" id="12"/>
            <p:cNvSpPr/>
            <p:nvPr/>
          </p:nvSpPr>
          <p:spPr>
            <a:xfrm flipH="false" flipV="false" rot="0">
              <a:off x="0" y="0"/>
              <a:ext cx="4381981" cy="2359272"/>
            </a:xfrm>
            <a:custGeom>
              <a:avLst/>
              <a:gdLst/>
              <a:ahLst/>
              <a:cxnLst/>
              <a:rect r="r" b="b" t="t" l="l"/>
              <a:pathLst>
                <a:path h="2359272" w="4381981">
                  <a:moveTo>
                    <a:pt x="23275" y="0"/>
                  </a:moveTo>
                  <a:lnTo>
                    <a:pt x="4358706" y="0"/>
                  </a:lnTo>
                  <a:cubicBezTo>
                    <a:pt x="4371560" y="0"/>
                    <a:pt x="4381981" y="10421"/>
                    <a:pt x="4381981" y="23275"/>
                  </a:cubicBezTo>
                  <a:lnTo>
                    <a:pt x="4381981" y="2335997"/>
                  </a:lnTo>
                  <a:cubicBezTo>
                    <a:pt x="4381981" y="2342170"/>
                    <a:pt x="4379529" y="2348090"/>
                    <a:pt x="4375164" y="2352455"/>
                  </a:cubicBezTo>
                  <a:cubicBezTo>
                    <a:pt x="4370799" y="2356820"/>
                    <a:pt x="4364879" y="2359272"/>
                    <a:pt x="4358706" y="2359272"/>
                  </a:cubicBezTo>
                  <a:lnTo>
                    <a:pt x="23275" y="2359272"/>
                  </a:lnTo>
                  <a:cubicBezTo>
                    <a:pt x="17102" y="2359272"/>
                    <a:pt x="11182" y="2356820"/>
                    <a:pt x="6817" y="2352455"/>
                  </a:cubicBezTo>
                  <a:cubicBezTo>
                    <a:pt x="2452" y="2348090"/>
                    <a:pt x="0" y="2342170"/>
                    <a:pt x="0" y="2335997"/>
                  </a:cubicBezTo>
                  <a:lnTo>
                    <a:pt x="0" y="23275"/>
                  </a:lnTo>
                  <a:cubicBezTo>
                    <a:pt x="0" y="17102"/>
                    <a:pt x="2452" y="11182"/>
                    <a:pt x="6817" y="6817"/>
                  </a:cubicBezTo>
                  <a:cubicBezTo>
                    <a:pt x="11182" y="2452"/>
                    <a:pt x="17102" y="0"/>
                    <a:pt x="23275" y="0"/>
                  </a:cubicBezTo>
                  <a:close/>
                </a:path>
              </a:pathLst>
            </a:custGeom>
            <a:gradFill rotWithShape="true">
              <a:gsLst>
                <a:gs pos="0">
                  <a:srgbClr val="FFFFFF">
                    <a:alpha val="10500"/>
                  </a:srgbClr>
                </a:gs>
                <a:gs pos="25000">
                  <a:srgbClr val="FFFFFF">
                    <a:alpha val="20000"/>
                  </a:srgbClr>
                </a:gs>
                <a:gs pos="50000">
                  <a:srgbClr val="FFFFFF">
                    <a:alpha val="10000"/>
                  </a:srgbClr>
                </a:gs>
                <a:gs pos="75000">
                  <a:srgbClr val="FFFFFF">
                    <a:alpha val="20000"/>
                  </a:srgbClr>
                </a:gs>
                <a:gs pos="100000">
                  <a:srgbClr val="FFFFFF">
                    <a:alpha val="10000"/>
                  </a:srgbClr>
                </a:gs>
              </a:gsLst>
              <a:lin ang="2700000"/>
            </a:gradFill>
            <a:ln w="19050"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sp>
          <p:nvSpPr>
            <p:cNvPr name="TextBox 13" id="13"/>
            <p:cNvSpPr txBox="true"/>
            <p:nvPr/>
          </p:nvSpPr>
          <p:spPr>
            <a:xfrm>
              <a:off x="0" y="76200"/>
              <a:ext cx="4381981" cy="2283072"/>
            </a:xfrm>
            <a:prstGeom prst="rect">
              <a:avLst/>
            </a:prstGeom>
          </p:spPr>
          <p:txBody>
            <a:bodyPr anchor="ctr" rtlCol="false" tIns="50800" lIns="50800" bIns="50800" rIns="50800"/>
            <a:lstStyle/>
            <a:p>
              <a:pPr algn="ctr" marL="0" indent="0" lvl="0">
                <a:lnSpc>
                  <a:spcPts val="2218"/>
                </a:lnSpc>
                <a:spcBef>
                  <a:spcPct val="0"/>
                </a:spcBef>
              </a:pPr>
            </a:p>
          </p:txBody>
        </p:sp>
      </p:grpSp>
      <p:sp>
        <p:nvSpPr>
          <p:cNvPr name="TextBox 14" id="14"/>
          <p:cNvSpPr txBox="true"/>
          <p:nvPr/>
        </p:nvSpPr>
        <p:spPr>
          <a:xfrm rot="0">
            <a:off x="7718179" y="1645840"/>
            <a:ext cx="9760631" cy="1191681"/>
          </a:xfrm>
          <a:prstGeom prst="rect">
            <a:avLst/>
          </a:prstGeom>
        </p:spPr>
        <p:txBody>
          <a:bodyPr anchor="t" rtlCol="false" tIns="0" lIns="0" bIns="0" rIns="0">
            <a:spAutoFit/>
          </a:bodyPr>
          <a:lstStyle/>
          <a:p>
            <a:pPr algn="just">
              <a:lnSpc>
                <a:spcPts val="8311"/>
              </a:lnSpc>
            </a:pPr>
            <a:r>
              <a:rPr lang="en-US" b="true" sz="10389" spc="-602">
                <a:solidFill>
                  <a:srgbClr val="FFFFFF"/>
                </a:solidFill>
                <a:latin typeface="Bricolage Grotesque Bold"/>
                <a:ea typeface="Bricolage Grotesque Bold"/>
                <a:cs typeface="Bricolage Grotesque Bold"/>
                <a:sym typeface="Bricolage Grotesque Bold"/>
              </a:rPr>
              <a:t>Latar Belakang</a:t>
            </a:r>
          </a:p>
        </p:txBody>
      </p:sp>
      <p:sp>
        <p:nvSpPr>
          <p:cNvPr name="TextBox 15" id="15"/>
          <p:cNvSpPr txBox="true"/>
          <p:nvPr/>
        </p:nvSpPr>
        <p:spPr>
          <a:xfrm rot="0">
            <a:off x="7987039" y="3583897"/>
            <a:ext cx="9841305" cy="5606598"/>
          </a:xfrm>
          <a:prstGeom prst="rect">
            <a:avLst/>
          </a:prstGeom>
        </p:spPr>
        <p:txBody>
          <a:bodyPr anchor="t" rtlCol="false" tIns="0" lIns="0" bIns="0" rIns="0">
            <a:spAutoFit/>
          </a:bodyPr>
          <a:lstStyle/>
          <a:p>
            <a:pPr algn="just" marL="0" indent="0" lvl="0">
              <a:lnSpc>
                <a:spcPts val="4463"/>
              </a:lnSpc>
              <a:spcBef>
                <a:spcPct val="0"/>
              </a:spcBef>
            </a:pPr>
            <a:r>
              <a:rPr lang="en-US" sz="3571" spc="-107">
                <a:solidFill>
                  <a:srgbClr val="FFFFFF"/>
                </a:solidFill>
                <a:latin typeface="Open Sans 2"/>
                <a:ea typeface="Open Sans 2"/>
                <a:cs typeface="Open Sans 2"/>
                <a:sym typeface="Open Sans 2"/>
              </a:rPr>
              <a:t>UMKM ARZEW B</a:t>
            </a:r>
            <a:r>
              <a:rPr lang="en-US" sz="3571" spc="-107" strike="noStrike" u="none">
                <a:solidFill>
                  <a:srgbClr val="FFFFFF"/>
                </a:solidFill>
                <a:latin typeface="Open Sans 2"/>
                <a:ea typeface="Open Sans 2"/>
                <a:cs typeface="Open Sans 2"/>
                <a:sym typeface="Open Sans 2"/>
              </a:rPr>
              <a:t>eads Jewelry merupakan usaha kreatif di bidang aksesoris handmade berbahan beads. Saat ini, proses pemesanan masih dilakukan melalui Instagram Direct Message (DM), sehingga pencatatan pesanan, pengelolaan stok, dan laporan penjualan belum terstruktur dengan baik.</a:t>
            </a:r>
          </a:p>
          <a:p>
            <a:pPr algn="just" marL="0" indent="0" lvl="0">
              <a:lnSpc>
                <a:spcPts val="4463"/>
              </a:lnSpc>
              <a:spcBef>
                <a:spcPct val="0"/>
              </a:spcBef>
            </a:pPr>
            <a:r>
              <a:rPr lang="en-US" sz="3571" spc="-107" strike="noStrike" u="none">
                <a:solidFill>
                  <a:srgbClr val="FFFFFF"/>
                </a:solidFill>
                <a:latin typeface="Open Sans 2"/>
                <a:ea typeface="Open Sans 2"/>
                <a:cs typeface="Open Sans 2"/>
                <a:sym typeface="Open Sans 2"/>
              </a:rPr>
              <a:t>Kondisi tersebut </a:t>
            </a:r>
            <a:r>
              <a:rPr lang="en-US" sz="3571" spc="-107" strike="noStrike" u="none">
                <a:solidFill>
                  <a:srgbClr val="FFFFFF"/>
                </a:solidFill>
                <a:latin typeface="Open Sans 2"/>
                <a:ea typeface="Open Sans 2"/>
                <a:cs typeface="Open Sans 2"/>
                <a:sym typeface="Open Sans 2"/>
              </a:rPr>
              <a:t>menimb</a:t>
            </a:r>
            <a:r>
              <a:rPr lang="en-US" sz="3571" spc="-107" strike="noStrike" u="none">
                <a:solidFill>
                  <a:srgbClr val="FFFFFF"/>
                </a:solidFill>
                <a:latin typeface="Open Sans 2"/>
                <a:ea typeface="Open Sans 2"/>
                <a:cs typeface="Open Sans 2"/>
                <a:sym typeface="Open Sans 2"/>
              </a:rPr>
              <a:t>u</a:t>
            </a:r>
            <a:r>
              <a:rPr lang="en-US" sz="3571" spc="-107" strike="noStrike" u="none">
                <a:solidFill>
                  <a:srgbClr val="FFFFFF"/>
                </a:solidFill>
                <a:latin typeface="Open Sans 2"/>
                <a:ea typeface="Open Sans 2"/>
                <a:cs typeface="Open Sans 2"/>
                <a:sym typeface="Open Sans 2"/>
              </a:rPr>
              <a:t>lkan r</a:t>
            </a:r>
            <a:r>
              <a:rPr lang="en-US" sz="3571" spc="-107" strike="noStrike" u="none">
                <a:solidFill>
                  <a:srgbClr val="FFFFFF"/>
                </a:solidFill>
                <a:latin typeface="Open Sans 2"/>
                <a:ea typeface="Open Sans 2"/>
                <a:cs typeface="Open Sans 2"/>
                <a:sym typeface="Open Sans 2"/>
              </a:rPr>
              <a:t>is</a:t>
            </a:r>
            <a:r>
              <a:rPr lang="en-US" sz="3571" spc="-107" strike="noStrike" u="none">
                <a:solidFill>
                  <a:srgbClr val="FFFFFF"/>
                </a:solidFill>
                <a:latin typeface="Open Sans 2"/>
                <a:ea typeface="Open Sans 2"/>
                <a:cs typeface="Open Sans 2"/>
                <a:sym typeface="Open Sans 2"/>
              </a:rPr>
              <a:t>iko</a:t>
            </a:r>
            <a:r>
              <a:rPr lang="en-US" sz="3571" spc="-107" strike="noStrike" u="none">
                <a:solidFill>
                  <a:srgbClr val="FFFFFF"/>
                </a:solidFill>
                <a:latin typeface="Open Sans 2"/>
                <a:ea typeface="Open Sans 2"/>
                <a:cs typeface="Open Sans 2"/>
                <a:sym typeface="Open Sans 2"/>
              </a:rPr>
              <a:t> </a:t>
            </a:r>
            <a:r>
              <a:rPr lang="en-US" sz="3571" spc="-107" strike="noStrike" u="none">
                <a:solidFill>
                  <a:srgbClr val="FFFFFF"/>
                </a:solidFill>
                <a:latin typeface="Open Sans 2"/>
                <a:ea typeface="Open Sans 2"/>
                <a:cs typeface="Open Sans 2"/>
                <a:sym typeface="Open Sans 2"/>
              </a:rPr>
              <a:t>kes</a:t>
            </a:r>
            <a:r>
              <a:rPr lang="en-US" sz="3571" spc="-107" strike="noStrike" u="none">
                <a:solidFill>
                  <a:srgbClr val="FFFFFF"/>
                </a:solidFill>
                <a:latin typeface="Open Sans 2"/>
                <a:ea typeface="Open Sans 2"/>
                <a:cs typeface="Open Sans 2"/>
                <a:sym typeface="Open Sans 2"/>
              </a:rPr>
              <a:t>a</a:t>
            </a:r>
            <a:r>
              <a:rPr lang="en-US" sz="3571" spc="-107" strike="noStrike" u="none">
                <a:solidFill>
                  <a:srgbClr val="FFFFFF"/>
                </a:solidFill>
                <a:latin typeface="Open Sans 2"/>
                <a:ea typeface="Open Sans 2"/>
                <a:cs typeface="Open Sans 2"/>
                <a:sym typeface="Open Sans 2"/>
              </a:rPr>
              <a:t>lahan da</a:t>
            </a:r>
            <a:r>
              <a:rPr lang="en-US" sz="3571" spc="-107" strike="noStrike" u="none">
                <a:solidFill>
                  <a:srgbClr val="FFFFFF"/>
                </a:solidFill>
                <a:latin typeface="Open Sans 2"/>
                <a:ea typeface="Open Sans 2"/>
                <a:cs typeface="Open Sans 2"/>
                <a:sym typeface="Open Sans 2"/>
              </a:rPr>
              <a:t>t</a:t>
            </a:r>
            <a:r>
              <a:rPr lang="en-US" sz="3571" spc="-107" strike="noStrike" u="none">
                <a:solidFill>
                  <a:srgbClr val="FFFFFF"/>
                </a:solidFill>
                <a:latin typeface="Open Sans 2"/>
                <a:ea typeface="Open Sans 2"/>
                <a:cs typeface="Open Sans 2"/>
                <a:sym typeface="Open Sans 2"/>
              </a:rPr>
              <a:t>a,</a:t>
            </a:r>
            <a:r>
              <a:rPr lang="en-US" sz="3571" spc="-107" strike="noStrike" u="none">
                <a:solidFill>
                  <a:srgbClr val="FFFFFF"/>
                </a:solidFill>
                <a:latin typeface="Open Sans 2"/>
                <a:ea typeface="Open Sans 2"/>
                <a:cs typeface="Open Sans 2"/>
                <a:sym typeface="Open Sans 2"/>
              </a:rPr>
              <a:t> </a:t>
            </a:r>
            <a:r>
              <a:rPr lang="en-US" sz="3571" spc="-107" strike="noStrike" u="none">
                <a:solidFill>
                  <a:srgbClr val="FFFFFF"/>
                </a:solidFill>
                <a:latin typeface="Open Sans 2"/>
                <a:ea typeface="Open Sans 2"/>
                <a:cs typeface="Open Sans 2"/>
                <a:sym typeface="Open Sans 2"/>
              </a:rPr>
              <a:t>k</a:t>
            </a:r>
            <a:r>
              <a:rPr lang="en-US" sz="3571" spc="-107" strike="noStrike" u="none">
                <a:solidFill>
                  <a:srgbClr val="FFFFFF"/>
                </a:solidFill>
                <a:latin typeface="Open Sans 2"/>
                <a:ea typeface="Open Sans 2"/>
                <a:cs typeface="Open Sans 2"/>
                <a:sym typeface="Open Sans 2"/>
              </a:rPr>
              <a:t>e</a:t>
            </a:r>
            <a:r>
              <a:rPr lang="en-US" sz="3571" spc="-107" strike="noStrike" u="none">
                <a:solidFill>
                  <a:srgbClr val="FFFFFF"/>
                </a:solidFill>
                <a:latin typeface="Open Sans 2"/>
                <a:ea typeface="Open Sans 2"/>
                <a:cs typeface="Open Sans 2"/>
                <a:sym typeface="Open Sans 2"/>
              </a:rPr>
              <a:t>te</a:t>
            </a:r>
            <a:r>
              <a:rPr lang="en-US" sz="3571" spc="-107" strike="noStrike" u="none">
                <a:solidFill>
                  <a:srgbClr val="FFFFFF"/>
                </a:solidFill>
                <a:latin typeface="Open Sans 2"/>
                <a:ea typeface="Open Sans 2"/>
                <a:cs typeface="Open Sans 2"/>
                <a:sym typeface="Open Sans 2"/>
              </a:rPr>
              <a:t>r</a:t>
            </a:r>
            <a:r>
              <a:rPr lang="en-US" sz="3571" spc="-107" strike="noStrike" u="none">
                <a:solidFill>
                  <a:srgbClr val="FFFFFF"/>
                </a:solidFill>
                <a:latin typeface="Open Sans 2"/>
                <a:ea typeface="Open Sans 2"/>
                <a:cs typeface="Open Sans 2"/>
                <a:sym typeface="Open Sans 2"/>
              </a:rPr>
              <a:t>lambata</a:t>
            </a:r>
            <a:r>
              <a:rPr lang="en-US" sz="3571" spc="-107" strike="noStrike" u="none">
                <a:solidFill>
                  <a:srgbClr val="FFFFFF"/>
                </a:solidFill>
                <a:latin typeface="Open Sans 2"/>
                <a:ea typeface="Open Sans 2"/>
                <a:cs typeface="Open Sans 2"/>
                <a:sym typeface="Open Sans 2"/>
              </a:rPr>
              <a:t>n pe</a:t>
            </a:r>
            <a:r>
              <a:rPr lang="en-US" sz="3571" spc="-107" strike="noStrike" u="none">
                <a:solidFill>
                  <a:srgbClr val="FFFFFF"/>
                </a:solidFill>
                <a:latin typeface="Open Sans 2"/>
                <a:ea typeface="Open Sans 2"/>
                <a:cs typeface="Open Sans 2"/>
                <a:sym typeface="Open Sans 2"/>
              </a:rPr>
              <a:t>sa</a:t>
            </a:r>
            <a:r>
              <a:rPr lang="en-US" sz="3571" spc="-107" strike="noStrike" u="none">
                <a:solidFill>
                  <a:srgbClr val="FFFFFF"/>
                </a:solidFill>
                <a:latin typeface="Open Sans 2"/>
                <a:ea typeface="Open Sans 2"/>
                <a:cs typeface="Open Sans 2"/>
                <a:sym typeface="Open Sans 2"/>
              </a:rPr>
              <a:t>n</a:t>
            </a:r>
            <a:r>
              <a:rPr lang="en-US" sz="3571" spc="-107" strike="noStrike" u="none">
                <a:solidFill>
                  <a:srgbClr val="FFFFFF"/>
                </a:solidFill>
                <a:latin typeface="Open Sans 2"/>
                <a:ea typeface="Open Sans 2"/>
                <a:cs typeface="Open Sans 2"/>
                <a:sym typeface="Open Sans 2"/>
              </a:rPr>
              <a:t>an, </a:t>
            </a:r>
            <a:r>
              <a:rPr lang="en-US" sz="3571" spc="-107" strike="noStrike" u="none">
                <a:solidFill>
                  <a:srgbClr val="FFFFFF"/>
                </a:solidFill>
                <a:latin typeface="Open Sans 2"/>
                <a:ea typeface="Open Sans 2"/>
                <a:cs typeface="Open Sans 2"/>
                <a:sym typeface="Open Sans 2"/>
              </a:rPr>
              <a:t>d</a:t>
            </a:r>
            <a:r>
              <a:rPr lang="en-US" sz="3571" spc="-107" strike="noStrike" u="none">
                <a:solidFill>
                  <a:srgbClr val="FFFFFF"/>
                </a:solidFill>
                <a:latin typeface="Open Sans 2"/>
                <a:ea typeface="Open Sans 2"/>
                <a:cs typeface="Open Sans 2"/>
                <a:sym typeface="Open Sans 2"/>
              </a:rPr>
              <a:t>an k</a:t>
            </a:r>
            <a:r>
              <a:rPr lang="en-US" sz="3571" spc="-107" strike="noStrike" u="none">
                <a:solidFill>
                  <a:srgbClr val="FFFFFF"/>
                </a:solidFill>
                <a:latin typeface="Open Sans 2"/>
                <a:ea typeface="Open Sans 2"/>
                <a:cs typeface="Open Sans 2"/>
                <a:sym typeface="Open Sans 2"/>
              </a:rPr>
              <a:t>e</a:t>
            </a:r>
            <a:r>
              <a:rPr lang="en-US" sz="3571" spc="-107" strike="noStrike" u="none">
                <a:solidFill>
                  <a:srgbClr val="FFFFFF"/>
                </a:solidFill>
                <a:latin typeface="Open Sans 2"/>
                <a:ea typeface="Open Sans 2"/>
                <a:cs typeface="Open Sans 2"/>
                <a:sym typeface="Open Sans 2"/>
              </a:rPr>
              <a:t>sul</a:t>
            </a:r>
            <a:r>
              <a:rPr lang="en-US" sz="3571" spc="-107" strike="noStrike" u="none">
                <a:solidFill>
                  <a:srgbClr val="FFFFFF"/>
                </a:solidFill>
                <a:latin typeface="Open Sans 2"/>
                <a:ea typeface="Open Sans 2"/>
                <a:cs typeface="Open Sans 2"/>
                <a:sym typeface="Open Sans 2"/>
              </a:rPr>
              <a:t>it</a:t>
            </a:r>
            <a:r>
              <a:rPr lang="en-US" sz="3571" spc="-107" strike="noStrike" u="none">
                <a:solidFill>
                  <a:srgbClr val="FFFFFF"/>
                </a:solidFill>
                <a:latin typeface="Open Sans 2"/>
                <a:ea typeface="Open Sans 2"/>
                <a:cs typeface="Open Sans 2"/>
                <a:sym typeface="Open Sans 2"/>
              </a:rPr>
              <a:t>a</a:t>
            </a:r>
            <a:r>
              <a:rPr lang="en-US" sz="3571" spc="-107" strike="noStrike" u="none">
                <a:solidFill>
                  <a:srgbClr val="FFFFFF"/>
                </a:solidFill>
                <a:latin typeface="Open Sans 2"/>
                <a:ea typeface="Open Sans 2"/>
                <a:cs typeface="Open Sans 2"/>
                <a:sym typeface="Open Sans 2"/>
              </a:rPr>
              <a:t>n </a:t>
            </a:r>
            <a:r>
              <a:rPr lang="en-US" sz="3571" spc="-107" strike="noStrike" u="none">
                <a:solidFill>
                  <a:srgbClr val="FFFFFF"/>
                </a:solidFill>
                <a:latin typeface="Open Sans 2"/>
                <a:ea typeface="Open Sans 2"/>
                <a:cs typeface="Open Sans 2"/>
                <a:sym typeface="Open Sans 2"/>
              </a:rPr>
              <a:t>da</a:t>
            </a:r>
            <a:r>
              <a:rPr lang="en-US" sz="3571" spc="-107" strike="noStrike" u="none">
                <a:solidFill>
                  <a:srgbClr val="FFFFFF"/>
                </a:solidFill>
                <a:latin typeface="Open Sans 2"/>
                <a:ea typeface="Open Sans 2"/>
                <a:cs typeface="Open Sans 2"/>
                <a:sym typeface="Open Sans 2"/>
              </a:rPr>
              <a:t>la</a:t>
            </a:r>
            <a:r>
              <a:rPr lang="en-US" sz="3571" spc="-107" strike="noStrike" u="none">
                <a:solidFill>
                  <a:srgbClr val="FFFFFF"/>
                </a:solidFill>
                <a:latin typeface="Open Sans 2"/>
                <a:ea typeface="Open Sans 2"/>
                <a:cs typeface="Open Sans 2"/>
                <a:sym typeface="Open Sans 2"/>
              </a:rPr>
              <a:t>m</a:t>
            </a:r>
            <a:r>
              <a:rPr lang="en-US" sz="3571" spc="-107" strike="noStrike" u="none">
                <a:solidFill>
                  <a:srgbClr val="FFFFFF"/>
                </a:solidFill>
                <a:latin typeface="Open Sans 2"/>
                <a:ea typeface="Open Sans 2"/>
                <a:cs typeface="Open Sans 2"/>
                <a:sym typeface="Open Sans 2"/>
              </a:rPr>
              <a:t> </a:t>
            </a:r>
            <a:r>
              <a:rPr lang="en-US" sz="3571" spc="-107" strike="noStrike" u="none">
                <a:solidFill>
                  <a:srgbClr val="FFFFFF"/>
                </a:solidFill>
                <a:latin typeface="Open Sans 2"/>
                <a:ea typeface="Open Sans 2"/>
                <a:cs typeface="Open Sans 2"/>
                <a:sym typeface="Open Sans 2"/>
              </a:rPr>
              <a:t>p</a:t>
            </a:r>
            <a:r>
              <a:rPr lang="en-US" sz="3571" spc="-107" strike="noStrike" u="none">
                <a:solidFill>
                  <a:srgbClr val="FFFFFF"/>
                </a:solidFill>
                <a:latin typeface="Open Sans 2"/>
                <a:ea typeface="Open Sans 2"/>
                <a:cs typeface="Open Sans 2"/>
                <a:sym typeface="Open Sans 2"/>
              </a:rPr>
              <a:t>e</a:t>
            </a:r>
            <a:r>
              <a:rPr lang="en-US" sz="3571" spc="-107" strike="noStrike" u="none">
                <a:solidFill>
                  <a:srgbClr val="FFFFFF"/>
                </a:solidFill>
                <a:latin typeface="Open Sans 2"/>
                <a:ea typeface="Open Sans 2"/>
                <a:cs typeface="Open Sans 2"/>
                <a:sym typeface="Open Sans 2"/>
              </a:rPr>
              <a:t>ngamb</a:t>
            </a:r>
            <a:r>
              <a:rPr lang="en-US" sz="3571" spc="-107" strike="noStrike" u="none">
                <a:solidFill>
                  <a:srgbClr val="FFFFFF"/>
                </a:solidFill>
                <a:latin typeface="Open Sans 2"/>
                <a:ea typeface="Open Sans 2"/>
                <a:cs typeface="Open Sans 2"/>
                <a:sym typeface="Open Sans 2"/>
              </a:rPr>
              <a:t>i</a:t>
            </a:r>
            <a:r>
              <a:rPr lang="en-US" sz="3571" spc="-107" strike="noStrike" u="none">
                <a:solidFill>
                  <a:srgbClr val="FFFFFF"/>
                </a:solidFill>
                <a:latin typeface="Open Sans 2"/>
                <a:ea typeface="Open Sans 2"/>
                <a:cs typeface="Open Sans 2"/>
                <a:sym typeface="Open Sans 2"/>
              </a:rPr>
              <a:t>lan</a:t>
            </a:r>
            <a:r>
              <a:rPr lang="en-US" sz="3571" spc="-107" strike="noStrike" u="none">
                <a:solidFill>
                  <a:srgbClr val="FFFFFF"/>
                </a:solidFill>
                <a:latin typeface="Open Sans 2"/>
                <a:ea typeface="Open Sans 2"/>
                <a:cs typeface="Open Sans 2"/>
                <a:sym typeface="Open Sans 2"/>
              </a:rPr>
              <a:t> </a:t>
            </a:r>
            <a:r>
              <a:rPr lang="en-US" sz="3571" spc="-107" strike="noStrike" u="none">
                <a:solidFill>
                  <a:srgbClr val="FFFFFF"/>
                </a:solidFill>
                <a:latin typeface="Open Sans 2"/>
                <a:ea typeface="Open Sans 2"/>
                <a:cs typeface="Open Sans 2"/>
                <a:sym typeface="Open Sans 2"/>
              </a:rPr>
              <a:t>k</a:t>
            </a:r>
            <a:r>
              <a:rPr lang="en-US" sz="3571" spc="-107" strike="noStrike" u="none">
                <a:solidFill>
                  <a:srgbClr val="FFFFFF"/>
                </a:solidFill>
                <a:latin typeface="Open Sans 2"/>
                <a:ea typeface="Open Sans 2"/>
                <a:cs typeface="Open Sans 2"/>
                <a:sym typeface="Open Sans 2"/>
              </a:rPr>
              <a:t>e</a:t>
            </a:r>
            <a:r>
              <a:rPr lang="en-US" sz="3571" spc="-107" strike="noStrike" u="none">
                <a:solidFill>
                  <a:srgbClr val="FFFFFF"/>
                </a:solidFill>
                <a:latin typeface="Open Sans 2"/>
                <a:ea typeface="Open Sans 2"/>
                <a:cs typeface="Open Sans 2"/>
                <a:sym typeface="Open Sans 2"/>
              </a:rPr>
              <a:t>putu</a:t>
            </a:r>
            <a:r>
              <a:rPr lang="en-US" sz="3571" spc="-107" strike="noStrike" u="none">
                <a:solidFill>
                  <a:srgbClr val="FFFFFF"/>
                </a:solidFill>
                <a:latin typeface="Open Sans 2"/>
                <a:ea typeface="Open Sans 2"/>
                <a:cs typeface="Open Sans 2"/>
                <a:sym typeface="Open Sans 2"/>
              </a:rPr>
              <a:t>s</a:t>
            </a:r>
            <a:r>
              <a:rPr lang="en-US" sz="3571" spc="-107" strike="noStrike" u="none">
                <a:solidFill>
                  <a:srgbClr val="FFFFFF"/>
                </a:solidFill>
                <a:latin typeface="Open Sans 2"/>
                <a:ea typeface="Open Sans 2"/>
                <a:cs typeface="Open Sans 2"/>
                <a:sym typeface="Open Sans 2"/>
              </a:rPr>
              <a:t>an</a:t>
            </a:r>
            <a:r>
              <a:rPr lang="en-US" sz="3571" spc="-107" strike="noStrike" u="none">
                <a:solidFill>
                  <a:srgbClr val="FFFFFF"/>
                </a:solidFill>
                <a:latin typeface="Open Sans 2"/>
                <a:ea typeface="Open Sans 2"/>
                <a:cs typeface="Open Sans 2"/>
                <a:sym typeface="Open Sans 2"/>
              </a:rPr>
              <a:t> u</a:t>
            </a:r>
            <a:r>
              <a:rPr lang="en-US" sz="3571" spc="-107" strike="noStrike" u="none">
                <a:solidFill>
                  <a:srgbClr val="FFFFFF"/>
                </a:solidFill>
                <a:latin typeface="Open Sans 2"/>
                <a:ea typeface="Open Sans 2"/>
                <a:cs typeface="Open Sans 2"/>
                <a:sym typeface="Open Sans 2"/>
              </a:rPr>
              <a:t>saha</a:t>
            </a:r>
            <a:r>
              <a:rPr lang="en-US" sz="3571" spc="-107" strike="noStrike" u="none">
                <a:solidFill>
                  <a:srgbClr val="FFFFFF"/>
                </a:solidFill>
                <a:latin typeface="Open Sans 2"/>
                <a:ea typeface="Open Sans 2"/>
                <a:cs typeface="Open Sans 2"/>
                <a:sym typeface="Open Sans 2"/>
              </a:rPr>
              <a:t>.</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320000"/>
        </a:solidFill>
      </p:bgPr>
    </p:bg>
    <p:spTree>
      <p:nvGrpSpPr>
        <p:cNvPr id="1" name=""/>
        <p:cNvGrpSpPr/>
        <p:nvPr/>
      </p:nvGrpSpPr>
      <p:grpSpPr>
        <a:xfrm>
          <a:off x="0" y="0"/>
          <a:ext cx="0" cy="0"/>
          <a:chOff x="0" y="0"/>
          <a:chExt cx="0" cy="0"/>
        </a:xfrm>
      </p:grpSpPr>
      <p:grpSp>
        <p:nvGrpSpPr>
          <p:cNvPr name="Group 2" id="2"/>
          <p:cNvGrpSpPr/>
          <p:nvPr/>
        </p:nvGrpSpPr>
        <p:grpSpPr>
          <a:xfrm rot="0">
            <a:off x="1264962" y="2231027"/>
            <a:ext cx="16240125" cy="11118486"/>
            <a:chOff x="0" y="0"/>
            <a:chExt cx="21653500" cy="14824648"/>
          </a:xfrm>
        </p:grpSpPr>
        <p:sp>
          <p:nvSpPr>
            <p:cNvPr name="AutoShape 3" id="3"/>
            <p:cNvSpPr/>
            <p:nvPr/>
          </p:nvSpPr>
          <p:spPr>
            <a:xfrm>
              <a:off x="63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4" id="4"/>
            <p:cNvSpPr/>
            <p:nvPr/>
          </p:nvSpPr>
          <p:spPr>
            <a:xfrm>
              <a:off x="72199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5" id="5"/>
            <p:cNvSpPr/>
            <p:nvPr/>
          </p:nvSpPr>
          <p:spPr>
            <a:xfrm>
              <a:off x="144335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6" id="6"/>
            <p:cNvSpPr/>
            <p:nvPr/>
          </p:nvSpPr>
          <p:spPr>
            <a:xfrm>
              <a:off x="216471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grpSp>
      <p:sp>
        <p:nvSpPr>
          <p:cNvPr name="Freeform 7" id="7"/>
          <p:cNvSpPr/>
          <p:nvPr/>
        </p:nvSpPr>
        <p:spPr>
          <a:xfrm flipH="false" flipV="false" rot="0">
            <a:off x="82534" y="3558000"/>
            <a:ext cx="6057872" cy="575682"/>
          </a:xfrm>
          <a:custGeom>
            <a:avLst/>
            <a:gdLst/>
            <a:ahLst/>
            <a:cxnLst/>
            <a:rect r="r" b="b" t="t" l="l"/>
            <a:pathLst>
              <a:path h="575682" w="6057872">
                <a:moveTo>
                  <a:pt x="0" y="0"/>
                </a:moveTo>
                <a:lnTo>
                  <a:pt x="6057872" y="0"/>
                </a:lnTo>
                <a:lnTo>
                  <a:pt x="6057872" y="575681"/>
                </a:lnTo>
                <a:lnTo>
                  <a:pt x="0" y="575681"/>
                </a:lnTo>
                <a:lnTo>
                  <a:pt x="0" y="0"/>
                </a:lnTo>
                <a:close/>
              </a:path>
            </a:pathLst>
          </a:custGeom>
          <a:blipFill>
            <a:blip r:embed="rId2"/>
            <a:stretch>
              <a:fillRect l="0" t="-160821" r="0" b="-16601"/>
            </a:stretch>
          </a:blipFill>
        </p:spPr>
      </p:sp>
      <p:sp>
        <p:nvSpPr>
          <p:cNvPr name="Freeform 8" id="8"/>
          <p:cNvSpPr/>
          <p:nvPr/>
        </p:nvSpPr>
        <p:spPr>
          <a:xfrm flipH="false" flipV="false" rot="0">
            <a:off x="82534" y="9525933"/>
            <a:ext cx="6057872" cy="575682"/>
          </a:xfrm>
          <a:custGeom>
            <a:avLst/>
            <a:gdLst/>
            <a:ahLst/>
            <a:cxnLst/>
            <a:rect r="r" b="b" t="t" l="l"/>
            <a:pathLst>
              <a:path h="575682" w="6057872">
                <a:moveTo>
                  <a:pt x="0" y="0"/>
                </a:moveTo>
                <a:lnTo>
                  <a:pt x="6057872" y="0"/>
                </a:lnTo>
                <a:lnTo>
                  <a:pt x="6057872" y="575682"/>
                </a:lnTo>
                <a:lnTo>
                  <a:pt x="0" y="575682"/>
                </a:lnTo>
                <a:lnTo>
                  <a:pt x="0" y="0"/>
                </a:lnTo>
                <a:close/>
              </a:path>
            </a:pathLst>
          </a:custGeom>
          <a:blipFill>
            <a:blip r:embed="rId2"/>
            <a:stretch>
              <a:fillRect l="0" t="-160821" r="0" b="-16601"/>
            </a:stretch>
          </a:blipFill>
        </p:spPr>
      </p:sp>
      <p:sp>
        <p:nvSpPr>
          <p:cNvPr name="Freeform 9" id="9"/>
          <p:cNvSpPr/>
          <p:nvPr/>
        </p:nvSpPr>
        <p:spPr>
          <a:xfrm flipH="false" flipV="false" rot="0">
            <a:off x="82534" y="6532627"/>
            <a:ext cx="6057872" cy="575682"/>
          </a:xfrm>
          <a:custGeom>
            <a:avLst/>
            <a:gdLst/>
            <a:ahLst/>
            <a:cxnLst/>
            <a:rect r="r" b="b" t="t" l="l"/>
            <a:pathLst>
              <a:path h="575682" w="6057872">
                <a:moveTo>
                  <a:pt x="0" y="0"/>
                </a:moveTo>
                <a:lnTo>
                  <a:pt x="6057872" y="0"/>
                </a:lnTo>
                <a:lnTo>
                  <a:pt x="6057872" y="575682"/>
                </a:lnTo>
                <a:lnTo>
                  <a:pt x="0" y="575682"/>
                </a:lnTo>
                <a:lnTo>
                  <a:pt x="0" y="0"/>
                </a:lnTo>
                <a:close/>
              </a:path>
            </a:pathLst>
          </a:custGeom>
          <a:blipFill>
            <a:blip r:embed="rId2"/>
            <a:stretch>
              <a:fillRect l="0" t="-160821" r="0" b="-16601"/>
            </a:stretch>
          </a:blipFill>
        </p:spPr>
      </p:sp>
      <p:sp>
        <p:nvSpPr>
          <p:cNvPr name="Freeform 10" id="10"/>
          <p:cNvSpPr/>
          <p:nvPr/>
        </p:nvSpPr>
        <p:spPr>
          <a:xfrm flipH="false" flipV="false" rot="0">
            <a:off x="-1069008" y="-1373680"/>
            <a:ext cx="7209415" cy="7209415"/>
          </a:xfrm>
          <a:custGeom>
            <a:avLst/>
            <a:gdLst/>
            <a:ahLst/>
            <a:cxnLst/>
            <a:rect r="r" b="b" t="t" l="l"/>
            <a:pathLst>
              <a:path h="7209415" w="7209415">
                <a:moveTo>
                  <a:pt x="0" y="0"/>
                </a:moveTo>
                <a:lnTo>
                  <a:pt x="7209414" y="0"/>
                </a:lnTo>
                <a:lnTo>
                  <a:pt x="7209414" y="7209415"/>
                </a:lnTo>
                <a:lnTo>
                  <a:pt x="0" y="7209415"/>
                </a:lnTo>
                <a:lnTo>
                  <a:pt x="0" y="0"/>
                </a:lnTo>
                <a:close/>
              </a:path>
            </a:pathLst>
          </a:custGeom>
          <a:blipFill>
            <a:blip r:embed="rId3">
              <a:alphaModFix amt="50000"/>
              <a:extLst>
                <a:ext uri="{96DAC541-7B7A-43D3-8B79-37D633B846F1}">
                  <asvg:svgBlip xmlns:asvg="http://schemas.microsoft.com/office/drawing/2016/SVG/main" r:embed="rId4"/>
                </a:ext>
              </a:extLst>
            </a:blip>
            <a:stretch>
              <a:fillRect l="0" t="0" r="0" b="0"/>
            </a:stretch>
          </a:blipFill>
        </p:spPr>
      </p:sp>
      <p:sp>
        <p:nvSpPr>
          <p:cNvPr name="Freeform 11" id="11"/>
          <p:cNvSpPr/>
          <p:nvPr/>
        </p:nvSpPr>
        <p:spPr>
          <a:xfrm flipH="false" flipV="false" rot="0">
            <a:off x="6305222" y="146101"/>
            <a:ext cx="1251032" cy="1251032"/>
          </a:xfrm>
          <a:custGeom>
            <a:avLst/>
            <a:gdLst/>
            <a:ahLst/>
            <a:cxnLst/>
            <a:rect r="r" b="b" t="t" l="l"/>
            <a:pathLst>
              <a:path h="1251032" w="1251032">
                <a:moveTo>
                  <a:pt x="0" y="0"/>
                </a:moveTo>
                <a:lnTo>
                  <a:pt x="1251032" y="0"/>
                </a:lnTo>
                <a:lnTo>
                  <a:pt x="1251032" y="1251031"/>
                </a:lnTo>
                <a:lnTo>
                  <a:pt x="0" y="1251031"/>
                </a:lnTo>
                <a:lnTo>
                  <a:pt x="0" y="0"/>
                </a:lnTo>
                <a:close/>
              </a:path>
            </a:pathLst>
          </a:custGeom>
          <a:blipFill>
            <a:blip r:embed="rId3">
              <a:alphaModFix amt="50000"/>
              <a:extLst>
                <a:ext uri="{96DAC541-7B7A-43D3-8B79-37D633B846F1}">
                  <asvg:svgBlip xmlns:asvg="http://schemas.microsoft.com/office/drawing/2016/SVG/main" r:embed="rId4"/>
                </a:ext>
              </a:extLst>
            </a:blip>
            <a:stretch>
              <a:fillRect l="0" t="0" r="0" b="0"/>
            </a:stretch>
          </a:blipFill>
        </p:spPr>
      </p:sp>
      <p:grpSp>
        <p:nvGrpSpPr>
          <p:cNvPr name="Group 12" id="12"/>
          <p:cNvGrpSpPr/>
          <p:nvPr/>
        </p:nvGrpSpPr>
        <p:grpSpPr>
          <a:xfrm rot="0">
            <a:off x="1028700" y="1028700"/>
            <a:ext cx="4001514" cy="8497233"/>
            <a:chOff x="0" y="0"/>
            <a:chExt cx="619939" cy="1316444"/>
          </a:xfrm>
        </p:grpSpPr>
        <p:sp>
          <p:nvSpPr>
            <p:cNvPr name="Freeform 13" id="13"/>
            <p:cNvSpPr/>
            <p:nvPr/>
          </p:nvSpPr>
          <p:spPr>
            <a:xfrm flipH="false" flipV="false" rot="0">
              <a:off x="0" y="0"/>
              <a:ext cx="619939" cy="1316444"/>
            </a:xfrm>
            <a:custGeom>
              <a:avLst/>
              <a:gdLst/>
              <a:ahLst/>
              <a:cxnLst/>
              <a:rect r="r" b="b" t="t" l="l"/>
              <a:pathLst>
                <a:path h="1316444" w="619939">
                  <a:moveTo>
                    <a:pt x="87064" y="0"/>
                  </a:moveTo>
                  <a:lnTo>
                    <a:pt x="532876" y="0"/>
                  </a:lnTo>
                  <a:cubicBezTo>
                    <a:pt x="580960" y="0"/>
                    <a:pt x="619939" y="38980"/>
                    <a:pt x="619939" y="87064"/>
                  </a:cubicBezTo>
                  <a:lnTo>
                    <a:pt x="619939" y="1229380"/>
                  </a:lnTo>
                  <a:cubicBezTo>
                    <a:pt x="619939" y="1277464"/>
                    <a:pt x="580960" y="1316444"/>
                    <a:pt x="532876" y="1316444"/>
                  </a:cubicBezTo>
                  <a:lnTo>
                    <a:pt x="87064" y="1316444"/>
                  </a:lnTo>
                  <a:cubicBezTo>
                    <a:pt x="38980" y="1316444"/>
                    <a:pt x="0" y="1277464"/>
                    <a:pt x="0" y="1229380"/>
                  </a:cubicBezTo>
                  <a:lnTo>
                    <a:pt x="0" y="87064"/>
                  </a:lnTo>
                  <a:cubicBezTo>
                    <a:pt x="0" y="38980"/>
                    <a:pt x="38980" y="0"/>
                    <a:pt x="87064" y="0"/>
                  </a:cubicBezTo>
                  <a:close/>
                </a:path>
              </a:pathLst>
            </a:custGeom>
            <a:blipFill>
              <a:blip r:embed="rId5"/>
              <a:stretch>
                <a:fillRect l="-9255" t="0" r="-9255" b="0"/>
              </a:stretch>
            </a:blipFill>
            <a:ln w="19050"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sp>
        <p:nvSpPr>
          <p:cNvPr name="TextBox 14" id="14"/>
          <p:cNvSpPr txBox="true"/>
          <p:nvPr/>
        </p:nvSpPr>
        <p:spPr>
          <a:xfrm rot="0">
            <a:off x="6930738" y="3293745"/>
            <a:ext cx="9964110" cy="5964555"/>
          </a:xfrm>
          <a:prstGeom prst="rect">
            <a:avLst/>
          </a:prstGeom>
        </p:spPr>
        <p:txBody>
          <a:bodyPr anchor="t" rtlCol="false" tIns="0" lIns="0" bIns="0" rIns="0">
            <a:spAutoFit/>
          </a:bodyPr>
          <a:lstStyle/>
          <a:p>
            <a:pPr algn="l" marL="0" indent="0" lvl="0">
              <a:lnSpc>
                <a:spcPts val="4624"/>
              </a:lnSpc>
              <a:spcBef>
                <a:spcPct val="0"/>
              </a:spcBef>
            </a:pPr>
            <a:r>
              <a:rPr lang="en-US" sz="3699" spc="-110">
                <a:solidFill>
                  <a:srgbClr val="FFFFFF"/>
                </a:solidFill>
                <a:latin typeface="Open Sans 2"/>
                <a:ea typeface="Open Sans 2"/>
                <a:cs typeface="Open Sans 2"/>
                <a:sym typeface="Open Sans 2"/>
              </a:rPr>
              <a:t>Tujuan peng</a:t>
            </a:r>
            <a:r>
              <a:rPr lang="en-US" sz="3699" spc="-110" strike="noStrike" u="none">
                <a:solidFill>
                  <a:srgbClr val="FFFFFF"/>
                </a:solidFill>
                <a:latin typeface="Open Sans 2"/>
                <a:ea typeface="Open Sans 2"/>
                <a:cs typeface="Open Sans 2"/>
                <a:sym typeface="Open Sans 2"/>
              </a:rPr>
              <a:t>em</a:t>
            </a:r>
            <a:r>
              <a:rPr lang="en-US" sz="3699" spc="-110" strike="noStrike" u="none">
                <a:solidFill>
                  <a:srgbClr val="FFFFFF"/>
                </a:solidFill>
                <a:latin typeface="Open Sans 2"/>
                <a:ea typeface="Open Sans 2"/>
                <a:cs typeface="Open Sans 2"/>
                <a:sym typeface="Open Sans 2"/>
              </a:rPr>
              <a:t>bangan</a:t>
            </a:r>
            <a:r>
              <a:rPr lang="en-US" sz="3699" spc="-110" strike="noStrike" u="none">
                <a:solidFill>
                  <a:srgbClr val="FFFFFF"/>
                </a:solidFill>
                <a:latin typeface="Open Sans 2"/>
                <a:ea typeface="Open Sans 2"/>
                <a:cs typeface="Open Sans 2"/>
                <a:sym typeface="Open Sans 2"/>
              </a:rPr>
              <a:t> </a:t>
            </a:r>
            <a:r>
              <a:rPr lang="en-US" sz="3699" spc="-110" strike="noStrike" u="none">
                <a:solidFill>
                  <a:srgbClr val="FFFFFF"/>
                </a:solidFill>
                <a:latin typeface="Open Sans 2"/>
                <a:ea typeface="Open Sans 2"/>
                <a:cs typeface="Open Sans 2"/>
                <a:sym typeface="Open Sans 2"/>
              </a:rPr>
              <a:t>s</a:t>
            </a:r>
            <a:r>
              <a:rPr lang="en-US" sz="3699" spc="-110" strike="noStrike" u="none">
                <a:solidFill>
                  <a:srgbClr val="FFFFFF"/>
                </a:solidFill>
                <a:latin typeface="Open Sans 2"/>
                <a:ea typeface="Open Sans 2"/>
                <a:cs typeface="Open Sans 2"/>
                <a:sym typeface="Open Sans 2"/>
              </a:rPr>
              <a:t>is</a:t>
            </a:r>
            <a:r>
              <a:rPr lang="en-US" sz="3699" spc="-110" strike="noStrike" u="none">
                <a:solidFill>
                  <a:srgbClr val="FFFFFF"/>
                </a:solidFill>
                <a:latin typeface="Open Sans 2"/>
                <a:ea typeface="Open Sans 2"/>
                <a:cs typeface="Open Sans 2"/>
                <a:sym typeface="Open Sans 2"/>
              </a:rPr>
              <a:t>te</a:t>
            </a:r>
            <a:r>
              <a:rPr lang="en-US" sz="3699" spc="-110" strike="noStrike" u="none">
                <a:solidFill>
                  <a:srgbClr val="FFFFFF"/>
                </a:solidFill>
                <a:latin typeface="Open Sans 2"/>
                <a:ea typeface="Open Sans 2"/>
                <a:cs typeface="Open Sans 2"/>
                <a:sym typeface="Open Sans 2"/>
              </a:rPr>
              <a:t>m </a:t>
            </a:r>
            <a:r>
              <a:rPr lang="en-US" sz="3699" spc="-110" strike="noStrike" u="none">
                <a:solidFill>
                  <a:srgbClr val="FFFFFF"/>
                </a:solidFill>
                <a:latin typeface="Open Sans 2"/>
                <a:ea typeface="Open Sans 2"/>
                <a:cs typeface="Open Sans 2"/>
                <a:sym typeface="Open Sans 2"/>
              </a:rPr>
              <a:t>ini a</a:t>
            </a:r>
            <a:r>
              <a:rPr lang="en-US" sz="3699" spc="-110" strike="noStrike" u="none">
                <a:solidFill>
                  <a:srgbClr val="FFFFFF"/>
                </a:solidFill>
                <a:latin typeface="Open Sans 2"/>
                <a:ea typeface="Open Sans 2"/>
                <a:cs typeface="Open Sans 2"/>
                <a:sym typeface="Open Sans 2"/>
              </a:rPr>
              <a:t>d</a:t>
            </a:r>
            <a:r>
              <a:rPr lang="en-US" sz="3699" spc="-110" strike="noStrike" u="none">
                <a:solidFill>
                  <a:srgbClr val="FFFFFF"/>
                </a:solidFill>
                <a:latin typeface="Open Sans 2"/>
                <a:ea typeface="Open Sans 2"/>
                <a:cs typeface="Open Sans 2"/>
                <a:sym typeface="Open Sans 2"/>
              </a:rPr>
              <a:t>a</a:t>
            </a:r>
            <a:r>
              <a:rPr lang="en-US" sz="3699" spc="-110" strike="noStrike" u="none">
                <a:solidFill>
                  <a:srgbClr val="FFFFFF"/>
                </a:solidFill>
                <a:latin typeface="Open Sans 2"/>
                <a:ea typeface="Open Sans 2"/>
                <a:cs typeface="Open Sans 2"/>
                <a:sym typeface="Open Sans 2"/>
              </a:rPr>
              <a:t>l</a:t>
            </a:r>
            <a:r>
              <a:rPr lang="en-US" sz="3699" spc="-110" strike="noStrike" u="none">
                <a:solidFill>
                  <a:srgbClr val="FFFFFF"/>
                </a:solidFill>
                <a:latin typeface="Open Sans 2"/>
                <a:ea typeface="Open Sans 2"/>
                <a:cs typeface="Open Sans 2"/>
                <a:sym typeface="Open Sans 2"/>
              </a:rPr>
              <a:t>ah untuk:</a:t>
            </a:r>
          </a:p>
          <a:p>
            <a:pPr algn="l" marL="798820" indent="-399410" lvl="1">
              <a:lnSpc>
                <a:spcPts val="4624"/>
              </a:lnSpc>
              <a:spcBef>
                <a:spcPct val="0"/>
              </a:spcBef>
              <a:buFont typeface="Arial"/>
              <a:buChar char="•"/>
            </a:pPr>
            <a:r>
              <a:rPr lang="en-US" sz="3699" spc="-110" strike="noStrike" u="none">
                <a:solidFill>
                  <a:srgbClr val="FFFFFF"/>
                </a:solidFill>
                <a:latin typeface="Open Sans 2"/>
                <a:ea typeface="Open Sans 2"/>
                <a:cs typeface="Open Sans 2"/>
                <a:sym typeface="Open Sans 2"/>
              </a:rPr>
              <a:t>Menyediakan</a:t>
            </a:r>
            <a:r>
              <a:rPr lang="en-US" sz="3699" spc="-110" strike="noStrike" u="none">
                <a:solidFill>
                  <a:srgbClr val="FFFFFF"/>
                </a:solidFill>
                <a:latin typeface="Open Sans 2"/>
                <a:ea typeface="Open Sans 2"/>
                <a:cs typeface="Open Sans 2"/>
                <a:sym typeface="Open Sans 2"/>
              </a:rPr>
              <a:t> si</a:t>
            </a:r>
            <a:r>
              <a:rPr lang="en-US" sz="3699" spc="-110" strike="noStrike" u="none">
                <a:solidFill>
                  <a:srgbClr val="FFFFFF"/>
                </a:solidFill>
                <a:latin typeface="Open Sans 2"/>
                <a:ea typeface="Open Sans 2"/>
                <a:cs typeface="Open Sans 2"/>
                <a:sym typeface="Open Sans 2"/>
              </a:rPr>
              <a:t>s</a:t>
            </a:r>
            <a:r>
              <a:rPr lang="en-US" sz="3699" spc="-110" strike="noStrike" u="none">
                <a:solidFill>
                  <a:srgbClr val="FFFFFF"/>
                </a:solidFill>
                <a:latin typeface="Open Sans 2"/>
                <a:ea typeface="Open Sans 2"/>
                <a:cs typeface="Open Sans 2"/>
                <a:sym typeface="Open Sans 2"/>
              </a:rPr>
              <a:t>t</a:t>
            </a:r>
            <a:r>
              <a:rPr lang="en-US" sz="3699" spc="-110" strike="noStrike" u="none">
                <a:solidFill>
                  <a:srgbClr val="FFFFFF"/>
                </a:solidFill>
                <a:latin typeface="Open Sans 2"/>
                <a:ea typeface="Open Sans 2"/>
                <a:cs typeface="Open Sans 2"/>
                <a:sym typeface="Open Sans 2"/>
              </a:rPr>
              <a:t>em</a:t>
            </a:r>
            <a:r>
              <a:rPr lang="en-US" sz="3699" spc="-110" strike="noStrike" u="none">
                <a:solidFill>
                  <a:srgbClr val="FFFFFF"/>
                </a:solidFill>
                <a:latin typeface="Open Sans 2"/>
                <a:ea typeface="Open Sans 2"/>
                <a:cs typeface="Open Sans 2"/>
                <a:sym typeface="Open Sans 2"/>
              </a:rPr>
              <a:t> </a:t>
            </a:r>
            <a:r>
              <a:rPr lang="en-US" sz="3699" spc="-110" strike="noStrike" u="none">
                <a:solidFill>
                  <a:srgbClr val="FFFFFF"/>
                </a:solidFill>
                <a:latin typeface="Open Sans 2"/>
                <a:ea typeface="Open Sans 2"/>
                <a:cs typeface="Open Sans 2"/>
                <a:sym typeface="Open Sans 2"/>
              </a:rPr>
              <a:t>pe</a:t>
            </a:r>
            <a:r>
              <a:rPr lang="en-US" sz="3699" spc="-110" strike="noStrike" u="none">
                <a:solidFill>
                  <a:srgbClr val="FFFFFF"/>
                </a:solidFill>
                <a:latin typeface="Open Sans 2"/>
                <a:ea typeface="Open Sans 2"/>
                <a:cs typeface="Open Sans 2"/>
                <a:sym typeface="Open Sans 2"/>
              </a:rPr>
              <a:t>me</a:t>
            </a:r>
            <a:r>
              <a:rPr lang="en-US" sz="3699" spc="-110" strike="noStrike" u="none">
                <a:solidFill>
                  <a:srgbClr val="FFFFFF"/>
                </a:solidFill>
                <a:latin typeface="Open Sans 2"/>
                <a:ea typeface="Open Sans 2"/>
                <a:cs typeface="Open Sans 2"/>
                <a:sym typeface="Open Sans 2"/>
              </a:rPr>
              <a:t>sanan</a:t>
            </a:r>
            <a:r>
              <a:rPr lang="en-US" sz="3699" spc="-110" strike="noStrike" u="none">
                <a:solidFill>
                  <a:srgbClr val="FFFFFF"/>
                </a:solidFill>
                <a:latin typeface="Open Sans 2"/>
                <a:ea typeface="Open Sans 2"/>
                <a:cs typeface="Open Sans 2"/>
                <a:sym typeface="Open Sans 2"/>
              </a:rPr>
              <a:t> </a:t>
            </a:r>
            <a:r>
              <a:rPr lang="en-US" sz="3699" spc="-110" strike="noStrike" u="none">
                <a:solidFill>
                  <a:srgbClr val="FFFFFF"/>
                </a:solidFill>
                <a:latin typeface="Open Sans 2"/>
                <a:ea typeface="Open Sans 2"/>
                <a:cs typeface="Open Sans 2"/>
                <a:sym typeface="Open Sans 2"/>
              </a:rPr>
              <a:t>pr</a:t>
            </a:r>
            <a:r>
              <a:rPr lang="en-US" sz="3699" spc="-110" strike="noStrike" u="none">
                <a:solidFill>
                  <a:srgbClr val="FFFFFF"/>
                </a:solidFill>
                <a:latin typeface="Open Sans 2"/>
                <a:ea typeface="Open Sans 2"/>
                <a:cs typeface="Open Sans 2"/>
                <a:sym typeface="Open Sans 2"/>
              </a:rPr>
              <a:t>o</a:t>
            </a:r>
            <a:r>
              <a:rPr lang="en-US" sz="3699" spc="-110" strike="noStrike" u="none">
                <a:solidFill>
                  <a:srgbClr val="FFFFFF"/>
                </a:solidFill>
                <a:latin typeface="Open Sans 2"/>
                <a:ea typeface="Open Sans 2"/>
                <a:cs typeface="Open Sans 2"/>
                <a:sym typeface="Open Sans 2"/>
              </a:rPr>
              <a:t>d</a:t>
            </a:r>
            <a:r>
              <a:rPr lang="en-US" sz="3699" spc="-110" strike="noStrike" u="none">
                <a:solidFill>
                  <a:srgbClr val="FFFFFF"/>
                </a:solidFill>
                <a:latin typeface="Open Sans 2"/>
                <a:ea typeface="Open Sans 2"/>
                <a:cs typeface="Open Sans 2"/>
                <a:sym typeface="Open Sans 2"/>
              </a:rPr>
              <a:t>u</a:t>
            </a:r>
            <a:r>
              <a:rPr lang="en-US" sz="3699" spc="-110" strike="noStrike" u="none">
                <a:solidFill>
                  <a:srgbClr val="FFFFFF"/>
                </a:solidFill>
                <a:latin typeface="Open Sans 2"/>
                <a:ea typeface="Open Sans 2"/>
                <a:cs typeface="Open Sans 2"/>
                <a:sym typeface="Open Sans 2"/>
              </a:rPr>
              <a:t>k</a:t>
            </a:r>
            <a:r>
              <a:rPr lang="en-US" sz="3699" spc="-110" strike="noStrike" u="none">
                <a:solidFill>
                  <a:srgbClr val="FFFFFF"/>
                </a:solidFill>
                <a:latin typeface="Open Sans 2"/>
                <a:ea typeface="Open Sans 2"/>
                <a:cs typeface="Open Sans 2"/>
                <a:sym typeface="Open Sans 2"/>
              </a:rPr>
              <a:t> </a:t>
            </a:r>
            <a:r>
              <a:rPr lang="en-US" sz="3699" spc="-110" strike="noStrike" u="none">
                <a:solidFill>
                  <a:srgbClr val="FFFFFF"/>
                </a:solidFill>
                <a:latin typeface="Open Sans 2"/>
                <a:ea typeface="Open Sans 2"/>
                <a:cs typeface="Open Sans 2"/>
                <a:sym typeface="Open Sans 2"/>
              </a:rPr>
              <a:t>be</a:t>
            </a:r>
            <a:r>
              <a:rPr lang="en-US" sz="3699" spc="-110" strike="noStrike" u="none">
                <a:solidFill>
                  <a:srgbClr val="FFFFFF"/>
                </a:solidFill>
                <a:latin typeface="Open Sans 2"/>
                <a:ea typeface="Open Sans 2"/>
                <a:cs typeface="Open Sans 2"/>
                <a:sym typeface="Open Sans 2"/>
              </a:rPr>
              <a:t>ads </a:t>
            </a:r>
            <a:r>
              <a:rPr lang="en-US" sz="3699" spc="-110" strike="noStrike" u="none">
                <a:solidFill>
                  <a:srgbClr val="FFFFFF"/>
                </a:solidFill>
                <a:latin typeface="Open Sans 2"/>
                <a:ea typeface="Open Sans 2"/>
                <a:cs typeface="Open Sans 2"/>
                <a:sym typeface="Open Sans 2"/>
              </a:rPr>
              <a:t>jew</a:t>
            </a:r>
            <a:r>
              <a:rPr lang="en-US" sz="3699" spc="-110" strike="noStrike" u="none">
                <a:solidFill>
                  <a:srgbClr val="FFFFFF"/>
                </a:solidFill>
                <a:latin typeface="Open Sans 2"/>
                <a:ea typeface="Open Sans 2"/>
                <a:cs typeface="Open Sans 2"/>
                <a:sym typeface="Open Sans 2"/>
              </a:rPr>
              <a:t>el</a:t>
            </a:r>
            <a:r>
              <a:rPr lang="en-US" sz="3699" spc="-110" strike="noStrike" u="none">
                <a:solidFill>
                  <a:srgbClr val="FFFFFF"/>
                </a:solidFill>
                <a:latin typeface="Open Sans 2"/>
                <a:ea typeface="Open Sans 2"/>
                <a:cs typeface="Open Sans 2"/>
                <a:sym typeface="Open Sans 2"/>
              </a:rPr>
              <a:t>ry</a:t>
            </a:r>
            <a:r>
              <a:rPr lang="en-US" sz="3699" spc="-110" strike="noStrike" u="none">
                <a:solidFill>
                  <a:srgbClr val="FFFFFF"/>
                </a:solidFill>
                <a:latin typeface="Open Sans 2"/>
                <a:ea typeface="Open Sans 2"/>
                <a:cs typeface="Open Sans 2"/>
                <a:sym typeface="Open Sans 2"/>
              </a:rPr>
              <a:t> se</a:t>
            </a:r>
            <a:r>
              <a:rPr lang="en-US" sz="3699" spc="-110" strike="noStrike" u="none">
                <a:solidFill>
                  <a:srgbClr val="FFFFFF"/>
                </a:solidFill>
                <a:latin typeface="Open Sans 2"/>
                <a:ea typeface="Open Sans 2"/>
                <a:cs typeface="Open Sans 2"/>
                <a:sym typeface="Open Sans 2"/>
              </a:rPr>
              <a:t>cara</a:t>
            </a:r>
            <a:r>
              <a:rPr lang="en-US" sz="3699" spc="-110" strike="noStrike" u="none">
                <a:solidFill>
                  <a:srgbClr val="FFFFFF"/>
                </a:solidFill>
                <a:latin typeface="Open Sans 2"/>
                <a:ea typeface="Open Sans 2"/>
                <a:cs typeface="Open Sans 2"/>
                <a:sym typeface="Open Sans 2"/>
              </a:rPr>
              <a:t> o</a:t>
            </a:r>
            <a:r>
              <a:rPr lang="en-US" sz="3699" spc="-110" strike="noStrike" u="none">
                <a:solidFill>
                  <a:srgbClr val="FFFFFF"/>
                </a:solidFill>
                <a:latin typeface="Open Sans 2"/>
                <a:ea typeface="Open Sans 2"/>
                <a:cs typeface="Open Sans 2"/>
                <a:sym typeface="Open Sans 2"/>
              </a:rPr>
              <a:t>nline</a:t>
            </a:r>
            <a:r>
              <a:rPr lang="en-US" sz="3699" spc="-110" strike="noStrike" u="none">
                <a:solidFill>
                  <a:srgbClr val="FFFFFF"/>
                </a:solidFill>
                <a:latin typeface="Open Sans 2"/>
                <a:ea typeface="Open Sans 2"/>
                <a:cs typeface="Open Sans 2"/>
                <a:sym typeface="Open Sans 2"/>
              </a:rPr>
              <a:t> d</a:t>
            </a:r>
            <a:r>
              <a:rPr lang="en-US" sz="3699" spc="-110" strike="noStrike" u="none">
                <a:solidFill>
                  <a:srgbClr val="FFFFFF"/>
                </a:solidFill>
                <a:latin typeface="Open Sans 2"/>
                <a:ea typeface="Open Sans 2"/>
                <a:cs typeface="Open Sans 2"/>
                <a:sym typeface="Open Sans 2"/>
              </a:rPr>
              <a:t>an</a:t>
            </a:r>
            <a:r>
              <a:rPr lang="en-US" sz="3699" spc="-110" strike="noStrike" u="none">
                <a:solidFill>
                  <a:srgbClr val="FFFFFF"/>
                </a:solidFill>
                <a:latin typeface="Open Sans 2"/>
                <a:ea typeface="Open Sans 2"/>
                <a:cs typeface="Open Sans 2"/>
                <a:sym typeface="Open Sans 2"/>
              </a:rPr>
              <a:t> ter</a:t>
            </a:r>
            <a:r>
              <a:rPr lang="en-US" sz="3699" spc="-110" strike="noStrike" u="none">
                <a:solidFill>
                  <a:srgbClr val="FFFFFF"/>
                </a:solidFill>
                <a:latin typeface="Open Sans 2"/>
                <a:ea typeface="Open Sans 2"/>
                <a:cs typeface="Open Sans 2"/>
                <a:sym typeface="Open Sans 2"/>
              </a:rPr>
              <a:t>s</a:t>
            </a:r>
            <a:r>
              <a:rPr lang="en-US" sz="3699" spc="-110" strike="noStrike" u="none">
                <a:solidFill>
                  <a:srgbClr val="FFFFFF"/>
                </a:solidFill>
                <a:latin typeface="Open Sans 2"/>
                <a:ea typeface="Open Sans 2"/>
                <a:cs typeface="Open Sans 2"/>
                <a:sym typeface="Open Sans 2"/>
              </a:rPr>
              <a:t>t</a:t>
            </a:r>
            <a:r>
              <a:rPr lang="en-US" sz="3699" spc="-110" strike="noStrike" u="none">
                <a:solidFill>
                  <a:srgbClr val="FFFFFF"/>
                </a:solidFill>
                <a:latin typeface="Open Sans 2"/>
                <a:ea typeface="Open Sans 2"/>
                <a:cs typeface="Open Sans 2"/>
                <a:sym typeface="Open Sans 2"/>
              </a:rPr>
              <a:t>r</a:t>
            </a:r>
            <a:r>
              <a:rPr lang="en-US" sz="3699" spc="-110" strike="noStrike" u="none">
                <a:solidFill>
                  <a:srgbClr val="FFFFFF"/>
                </a:solidFill>
                <a:latin typeface="Open Sans 2"/>
                <a:ea typeface="Open Sans 2"/>
                <a:cs typeface="Open Sans 2"/>
                <a:sym typeface="Open Sans 2"/>
              </a:rPr>
              <a:t>u</a:t>
            </a:r>
            <a:r>
              <a:rPr lang="en-US" sz="3699" spc="-110" strike="noStrike" u="none">
                <a:solidFill>
                  <a:srgbClr val="FFFFFF"/>
                </a:solidFill>
                <a:latin typeface="Open Sans 2"/>
                <a:ea typeface="Open Sans 2"/>
                <a:cs typeface="Open Sans 2"/>
                <a:sym typeface="Open Sans 2"/>
              </a:rPr>
              <a:t>k</a:t>
            </a:r>
            <a:r>
              <a:rPr lang="en-US" sz="3699" spc="-110" strike="noStrike" u="none">
                <a:solidFill>
                  <a:srgbClr val="FFFFFF"/>
                </a:solidFill>
                <a:latin typeface="Open Sans 2"/>
                <a:ea typeface="Open Sans 2"/>
                <a:cs typeface="Open Sans 2"/>
                <a:sym typeface="Open Sans 2"/>
              </a:rPr>
              <a:t>t</a:t>
            </a:r>
            <a:r>
              <a:rPr lang="en-US" sz="3699" spc="-110" strike="noStrike" u="none">
                <a:solidFill>
                  <a:srgbClr val="FFFFFF"/>
                </a:solidFill>
                <a:latin typeface="Open Sans 2"/>
                <a:ea typeface="Open Sans 2"/>
                <a:cs typeface="Open Sans 2"/>
                <a:sym typeface="Open Sans 2"/>
              </a:rPr>
              <a:t>u</a:t>
            </a:r>
            <a:r>
              <a:rPr lang="en-US" sz="3699" spc="-110" strike="noStrike" u="none">
                <a:solidFill>
                  <a:srgbClr val="FFFFFF"/>
                </a:solidFill>
                <a:latin typeface="Open Sans 2"/>
                <a:ea typeface="Open Sans 2"/>
                <a:cs typeface="Open Sans 2"/>
                <a:sym typeface="Open Sans 2"/>
              </a:rPr>
              <a:t>r</a:t>
            </a:r>
          </a:p>
          <a:p>
            <a:pPr algn="l" marL="798820" indent="-399410" lvl="1">
              <a:lnSpc>
                <a:spcPts val="4624"/>
              </a:lnSpc>
              <a:spcBef>
                <a:spcPct val="0"/>
              </a:spcBef>
              <a:buFont typeface="Arial"/>
              <a:buChar char="•"/>
            </a:pPr>
            <a:r>
              <a:rPr lang="en-US" sz="3699" spc="-110" strike="noStrike" u="none">
                <a:solidFill>
                  <a:srgbClr val="FFFFFF"/>
                </a:solidFill>
                <a:latin typeface="Open Sans 2"/>
                <a:ea typeface="Open Sans 2"/>
                <a:cs typeface="Open Sans 2"/>
                <a:sym typeface="Open Sans 2"/>
              </a:rPr>
              <a:t>M</a:t>
            </a:r>
            <a:r>
              <a:rPr lang="en-US" sz="3699" spc="-110" strike="noStrike" u="none">
                <a:solidFill>
                  <a:srgbClr val="FFFFFF"/>
                </a:solidFill>
                <a:latin typeface="Open Sans 2"/>
                <a:ea typeface="Open Sans 2"/>
                <a:cs typeface="Open Sans 2"/>
                <a:sym typeface="Open Sans 2"/>
              </a:rPr>
              <a:t>e</a:t>
            </a:r>
            <a:r>
              <a:rPr lang="en-US" sz="3699" spc="-110" strike="noStrike" u="none">
                <a:solidFill>
                  <a:srgbClr val="FFFFFF"/>
                </a:solidFill>
                <a:latin typeface="Open Sans 2"/>
                <a:ea typeface="Open Sans 2"/>
                <a:cs typeface="Open Sans 2"/>
                <a:sym typeface="Open Sans 2"/>
              </a:rPr>
              <a:t>mudahkan</a:t>
            </a:r>
            <a:r>
              <a:rPr lang="en-US" sz="3699" spc="-110" strike="noStrike" u="none">
                <a:solidFill>
                  <a:srgbClr val="FFFFFF"/>
                </a:solidFill>
                <a:latin typeface="Open Sans 2"/>
                <a:ea typeface="Open Sans 2"/>
                <a:cs typeface="Open Sans 2"/>
                <a:sym typeface="Open Sans 2"/>
              </a:rPr>
              <a:t> </a:t>
            </a:r>
            <a:r>
              <a:rPr lang="en-US" sz="3699" spc="-110" strike="noStrike" u="none">
                <a:solidFill>
                  <a:srgbClr val="FFFFFF"/>
                </a:solidFill>
                <a:latin typeface="Open Sans 2"/>
                <a:ea typeface="Open Sans 2"/>
                <a:cs typeface="Open Sans 2"/>
                <a:sym typeface="Open Sans 2"/>
              </a:rPr>
              <a:t>p</a:t>
            </a:r>
            <a:r>
              <a:rPr lang="en-US" sz="3699" spc="-110" strike="noStrike" u="none">
                <a:solidFill>
                  <a:srgbClr val="FFFFFF"/>
                </a:solidFill>
                <a:latin typeface="Open Sans 2"/>
                <a:ea typeface="Open Sans 2"/>
                <a:cs typeface="Open Sans 2"/>
                <a:sym typeface="Open Sans 2"/>
              </a:rPr>
              <a:t>e</a:t>
            </a:r>
            <a:r>
              <a:rPr lang="en-US" sz="3699" spc="-110" strike="noStrike" u="none">
                <a:solidFill>
                  <a:srgbClr val="FFFFFF"/>
                </a:solidFill>
                <a:latin typeface="Open Sans 2"/>
                <a:ea typeface="Open Sans 2"/>
                <a:cs typeface="Open Sans 2"/>
                <a:sym typeface="Open Sans 2"/>
              </a:rPr>
              <a:t>ngel</a:t>
            </a:r>
            <a:r>
              <a:rPr lang="en-US" sz="3699" spc="-110" strike="noStrike" u="none">
                <a:solidFill>
                  <a:srgbClr val="FFFFFF"/>
                </a:solidFill>
                <a:latin typeface="Open Sans 2"/>
                <a:ea typeface="Open Sans 2"/>
                <a:cs typeface="Open Sans 2"/>
                <a:sym typeface="Open Sans 2"/>
              </a:rPr>
              <a:t>ol</a:t>
            </a:r>
            <a:r>
              <a:rPr lang="en-US" sz="3699" spc="-110" strike="noStrike" u="none">
                <a:solidFill>
                  <a:srgbClr val="FFFFFF"/>
                </a:solidFill>
                <a:latin typeface="Open Sans 2"/>
                <a:ea typeface="Open Sans 2"/>
                <a:cs typeface="Open Sans 2"/>
                <a:sym typeface="Open Sans 2"/>
              </a:rPr>
              <a:t>aan</a:t>
            </a:r>
            <a:r>
              <a:rPr lang="en-US" sz="3699" spc="-110" strike="noStrike" u="none">
                <a:solidFill>
                  <a:srgbClr val="FFFFFF"/>
                </a:solidFill>
                <a:latin typeface="Open Sans 2"/>
                <a:ea typeface="Open Sans 2"/>
                <a:cs typeface="Open Sans 2"/>
                <a:sym typeface="Open Sans 2"/>
              </a:rPr>
              <a:t> </a:t>
            </a:r>
            <a:r>
              <a:rPr lang="en-US" sz="3699" spc="-110" strike="noStrike" u="none">
                <a:solidFill>
                  <a:srgbClr val="FFFFFF"/>
                </a:solidFill>
                <a:latin typeface="Open Sans 2"/>
                <a:ea typeface="Open Sans 2"/>
                <a:cs typeface="Open Sans 2"/>
                <a:sym typeface="Open Sans 2"/>
              </a:rPr>
              <a:t>d</a:t>
            </a:r>
            <a:r>
              <a:rPr lang="en-US" sz="3699" spc="-110" strike="noStrike" u="none">
                <a:solidFill>
                  <a:srgbClr val="FFFFFF"/>
                </a:solidFill>
                <a:latin typeface="Open Sans 2"/>
                <a:ea typeface="Open Sans 2"/>
                <a:cs typeface="Open Sans 2"/>
                <a:sym typeface="Open Sans 2"/>
              </a:rPr>
              <a:t>a</a:t>
            </a:r>
            <a:r>
              <a:rPr lang="en-US" sz="3699" spc="-110" strike="noStrike" u="none">
                <a:solidFill>
                  <a:srgbClr val="FFFFFF"/>
                </a:solidFill>
                <a:latin typeface="Open Sans 2"/>
                <a:ea typeface="Open Sans 2"/>
                <a:cs typeface="Open Sans 2"/>
                <a:sym typeface="Open Sans 2"/>
              </a:rPr>
              <a:t>t</a:t>
            </a:r>
            <a:r>
              <a:rPr lang="en-US" sz="3699" spc="-110" strike="noStrike" u="none">
                <a:solidFill>
                  <a:srgbClr val="FFFFFF"/>
                </a:solidFill>
                <a:latin typeface="Open Sans 2"/>
                <a:ea typeface="Open Sans 2"/>
                <a:cs typeface="Open Sans 2"/>
                <a:sym typeface="Open Sans 2"/>
              </a:rPr>
              <a:t>a </a:t>
            </a:r>
            <a:r>
              <a:rPr lang="en-US" sz="3699" spc="-110" strike="noStrike" u="none">
                <a:solidFill>
                  <a:srgbClr val="FFFFFF"/>
                </a:solidFill>
                <a:latin typeface="Open Sans 2"/>
                <a:ea typeface="Open Sans 2"/>
                <a:cs typeface="Open Sans 2"/>
                <a:sym typeface="Open Sans 2"/>
              </a:rPr>
              <a:t>prod</a:t>
            </a:r>
            <a:r>
              <a:rPr lang="en-US" sz="3699" spc="-110" strike="noStrike" u="none">
                <a:solidFill>
                  <a:srgbClr val="FFFFFF"/>
                </a:solidFill>
                <a:latin typeface="Open Sans 2"/>
                <a:ea typeface="Open Sans 2"/>
                <a:cs typeface="Open Sans 2"/>
                <a:sym typeface="Open Sans 2"/>
              </a:rPr>
              <a:t>u</a:t>
            </a:r>
            <a:r>
              <a:rPr lang="en-US" sz="3699" spc="-110" strike="noStrike" u="none">
                <a:solidFill>
                  <a:srgbClr val="FFFFFF"/>
                </a:solidFill>
                <a:latin typeface="Open Sans 2"/>
                <a:ea typeface="Open Sans 2"/>
                <a:cs typeface="Open Sans 2"/>
                <a:sym typeface="Open Sans 2"/>
              </a:rPr>
              <a:t>k,</a:t>
            </a:r>
            <a:r>
              <a:rPr lang="en-US" sz="3699" spc="-110" strike="noStrike" u="none">
                <a:solidFill>
                  <a:srgbClr val="FFFFFF"/>
                </a:solidFill>
                <a:latin typeface="Open Sans 2"/>
                <a:ea typeface="Open Sans 2"/>
                <a:cs typeface="Open Sans 2"/>
                <a:sym typeface="Open Sans 2"/>
              </a:rPr>
              <a:t> </a:t>
            </a:r>
            <a:r>
              <a:rPr lang="en-US" sz="3699" spc="-110" strike="noStrike" u="none">
                <a:solidFill>
                  <a:srgbClr val="FFFFFF"/>
                </a:solidFill>
                <a:latin typeface="Open Sans 2"/>
                <a:ea typeface="Open Sans 2"/>
                <a:cs typeface="Open Sans 2"/>
                <a:sym typeface="Open Sans 2"/>
              </a:rPr>
              <a:t>s</a:t>
            </a:r>
            <a:r>
              <a:rPr lang="en-US" sz="3699" spc="-110" strike="noStrike" u="none">
                <a:solidFill>
                  <a:srgbClr val="FFFFFF"/>
                </a:solidFill>
                <a:latin typeface="Open Sans 2"/>
                <a:ea typeface="Open Sans 2"/>
                <a:cs typeface="Open Sans 2"/>
                <a:sym typeface="Open Sans 2"/>
              </a:rPr>
              <a:t>t</a:t>
            </a:r>
            <a:r>
              <a:rPr lang="en-US" sz="3699" spc="-110" strike="noStrike" u="none">
                <a:solidFill>
                  <a:srgbClr val="FFFFFF"/>
                </a:solidFill>
                <a:latin typeface="Open Sans 2"/>
                <a:ea typeface="Open Sans 2"/>
                <a:cs typeface="Open Sans 2"/>
                <a:sym typeface="Open Sans 2"/>
              </a:rPr>
              <a:t>ok,</a:t>
            </a:r>
            <a:r>
              <a:rPr lang="en-US" sz="3699" spc="-110" strike="noStrike" u="none">
                <a:solidFill>
                  <a:srgbClr val="FFFFFF"/>
                </a:solidFill>
                <a:latin typeface="Open Sans 2"/>
                <a:ea typeface="Open Sans 2"/>
                <a:cs typeface="Open Sans 2"/>
                <a:sym typeface="Open Sans 2"/>
              </a:rPr>
              <a:t> </a:t>
            </a:r>
            <a:r>
              <a:rPr lang="en-US" sz="3699" spc="-110" strike="noStrike" u="none">
                <a:solidFill>
                  <a:srgbClr val="FFFFFF"/>
                </a:solidFill>
                <a:latin typeface="Open Sans 2"/>
                <a:ea typeface="Open Sans 2"/>
                <a:cs typeface="Open Sans 2"/>
                <a:sym typeface="Open Sans 2"/>
              </a:rPr>
              <a:t>d</a:t>
            </a:r>
            <a:r>
              <a:rPr lang="en-US" sz="3699" spc="-110" strike="noStrike" u="none">
                <a:solidFill>
                  <a:srgbClr val="FFFFFF"/>
                </a:solidFill>
                <a:latin typeface="Open Sans 2"/>
                <a:ea typeface="Open Sans 2"/>
                <a:cs typeface="Open Sans 2"/>
                <a:sym typeface="Open Sans 2"/>
              </a:rPr>
              <a:t>an </a:t>
            </a:r>
            <a:r>
              <a:rPr lang="en-US" sz="3699" spc="-110" strike="noStrike" u="none">
                <a:solidFill>
                  <a:srgbClr val="FFFFFF"/>
                </a:solidFill>
                <a:latin typeface="Open Sans 2"/>
                <a:ea typeface="Open Sans 2"/>
                <a:cs typeface="Open Sans 2"/>
                <a:sym typeface="Open Sans 2"/>
              </a:rPr>
              <a:t>p</a:t>
            </a:r>
            <a:r>
              <a:rPr lang="en-US" sz="3699" spc="-110" strike="noStrike" u="none">
                <a:solidFill>
                  <a:srgbClr val="FFFFFF"/>
                </a:solidFill>
                <a:latin typeface="Open Sans 2"/>
                <a:ea typeface="Open Sans 2"/>
                <a:cs typeface="Open Sans 2"/>
                <a:sym typeface="Open Sans 2"/>
              </a:rPr>
              <a:t>e</a:t>
            </a:r>
            <a:r>
              <a:rPr lang="en-US" sz="3699" spc="-110" strike="noStrike" u="none">
                <a:solidFill>
                  <a:srgbClr val="FFFFFF"/>
                </a:solidFill>
                <a:latin typeface="Open Sans 2"/>
                <a:ea typeface="Open Sans 2"/>
                <a:cs typeface="Open Sans 2"/>
                <a:sym typeface="Open Sans 2"/>
              </a:rPr>
              <a:t>sa</a:t>
            </a:r>
            <a:r>
              <a:rPr lang="en-US" sz="3699" spc="-110" strike="noStrike" u="none">
                <a:solidFill>
                  <a:srgbClr val="FFFFFF"/>
                </a:solidFill>
                <a:latin typeface="Open Sans 2"/>
                <a:ea typeface="Open Sans 2"/>
                <a:cs typeface="Open Sans 2"/>
                <a:sym typeface="Open Sans 2"/>
              </a:rPr>
              <a:t>na</a:t>
            </a:r>
            <a:r>
              <a:rPr lang="en-US" sz="3699" spc="-110" strike="noStrike" u="none">
                <a:solidFill>
                  <a:srgbClr val="FFFFFF"/>
                </a:solidFill>
                <a:latin typeface="Open Sans 2"/>
                <a:ea typeface="Open Sans 2"/>
                <a:cs typeface="Open Sans 2"/>
                <a:sym typeface="Open Sans 2"/>
              </a:rPr>
              <a:t>n</a:t>
            </a:r>
          </a:p>
          <a:p>
            <a:pPr algn="l" marL="798820" indent="-399410" lvl="1">
              <a:lnSpc>
                <a:spcPts val="4624"/>
              </a:lnSpc>
              <a:spcBef>
                <a:spcPct val="0"/>
              </a:spcBef>
              <a:buFont typeface="Arial"/>
              <a:buChar char="•"/>
            </a:pPr>
            <a:r>
              <a:rPr lang="en-US" sz="3699" spc="-110" strike="noStrike" u="none">
                <a:solidFill>
                  <a:srgbClr val="FFFFFF"/>
                </a:solidFill>
                <a:latin typeface="Open Sans 2"/>
                <a:ea typeface="Open Sans 2"/>
                <a:cs typeface="Open Sans 2"/>
                <a:sym typeface="Open Sans 2"/>
              </a:rPr>
              <a:t>Me</a:t>
            </a:r>
            <a:r>
              <a:rPr lang="en-US" sz="3699" spc="-110" strike="noStrike" u="none">
                <a:solidFill>
                  <a:srgbClr val="FFFFFF"/>
                </a:solidFill>
                <a:latin typeface="Open Sans 2"/>
                <a:ea typeface="Open Sans 2"/>
                <a:cs typeface="Open Sans 2"/>
                <a:sym typeface="Open Sans 2"/>
              </a:rPr>
              <a:t>m</a:t>
            </a:r>
            <a:r>
              <a:rPr lang="en-US" sz="3699" spc="-110" strike="noStrike" u="none">
                <a:solidFill>
                  <a:srgbClr val="FFFFFF"/>
                </a:solidFill>
                <a:latin typeface="Open Sans 2"/>
                <a:ea typeface="Open Sans 2"/>
                <a:cs typeface="Open Sans 2"/>
                <a:sym typeface="Open Sans 2"/>
              </a:rPr>
              <a:t>ba</a:t>
            </a:r>
            <a:r>
              <a:rPr lang="en-US" sz="3699" spc="-110" strike="noStrike" u="none">
                <a:solidFill>
                  <a:srgbClr val="FFFFFF"/>
                </a:solidFill>
                <a:latin typeface="Open Sans 2"/>
                <a:ea typeface="Open Sans 2"/>
                <a:cs typeface="Open Sans 2"/>
                <a:sym typeface="Open Sans 2"/>
              </a:rPr>
              <a:t>ntu </a:t>
            </a:r>
            <a:r>
              <a:rPr lang="en-US" sz="3699" spc="-110" strike="noStrike" u="none">
                <a:solidFill>
                  <a:srgbClr val="FFFFFF"/>
                </a:solidFill>
                <a:latin typeface="Open Sans 2"/>
                <a:ea typeface="Open Sans 2"/>
                <a:cs typeface="Open Sans 2"/>
                <a:sym typeface="Open Sans 2"/>
              </a:rPr>
              <a:t>p</a:t>
            </a:r>
            <a:r>
              <a:rPr lang="en-US" sz="3699" spc="-110" strike="noStrike" u="none">
                <a:solidFill>
                  <a:srgbClr val="FFFFFF"/>
                </a:solidFill>
                <a:latin typeface="Open Sans 2"/>
                <a:ea typeface="Open Sans 2"/>
                <a:cs typeface="Open Sans 2"/>
                <a:sym typeface="Open Sans 2"/>
              </a:rPr>
              <a:t>e</a:t>
            </a:r>
            <a:r>
              <a:rPr lang="en-US" sz="3699" spc="-110" strike="noStrike" u="none">
                <a:solidFill>
                  <a:srgbClr val="FFFFFF"/>
                </a:solidFill>
                <a:latin typeface="Open Sans 2"/>
                <a:ea typeface="Open Sans 2"/>
                <a:cs typeface="Open Sans 2"/>
                <a:sym typeface="Open Sans 2"/>
              </a:rPr>
              <a:t>n</a:t>
            </a:r>
            <a:r>
              <a:rPr lang="en-US" sz="3699" spc="-110" strike="noStrike" u="none">
                <a:solidFill>
                  <a:srgbClr val="FFFFFF"/>
                </a:solidFill>
                <a:latin typeface="Open Sans 2"/>
                <a:ea typeface="Open Sans 2"/>
                <a:cs typeface="Open Sans 2"/>
                <a:sym typeface="Open Sans 2"/>
              </a:rPr>
              <a:t>c</a:t>
            </a:r>
            <a:r>
              <a:rPr lang="en-US" sz="3699" spc="-110" strike="noStrike" u="none">
                <a:solidFill>
                  <a:srgbClr val="FFFFFF"/>
                </a:solidFill>
                <a:latin typeface="Open Sans 2"/>
                <a:ea typeface="Open Sans 2"/>
                <a:cs typeface="Open Sans 2"/>
                <a:sym typeface="Open Sans 2"/>
              </a:rPr>
              <a:t>a</a:t>
            </a:r>
            <a:r>
              <a:rPr lang="en-US" sz="3699" spc="-110" strike="noStrike" u="none">
                <a:solidFill>
                  <a:srgbClr val="FFFFFF"/>
                </a:solidFill>
                <a:latin typeface="Open Sans 2"/>
                <a:ea typeface="Open Sans 2"/>
                <a:cs typeface="Open Sans 2"/>
                <a:sym typeface="Open Sans 2"/>
              </a:rPr>
              <a:t>tat</a:t>
            </a:r>
            <a:r>
              <a:rPr lang="en-US" sz="3699" spc="-110" strike="noStrike" u="none">
                <a:solidFill>
                  <a:srgbClr val="FFFFFF"/>
                </a:solidFill>
                <a:latin typeface="Open Sans 2"/>
                <a:ea typeface="Open Sans 2"/>
                <a:cs typeface="Open Sans 2"/>
                <a:sym typeface="Open Sans 2"/>
              </a:rPr>
              <a:t>an pembayara</a:t>
            </a:r>
            <a:r>
              <a:rPr lang="en-US" sz="3699" spc="-110" strike="noStrike" u="none">
                <a:solidFill>
                  <a:srgbClr val="FFFFFF"/>
                </a:solidFill>
                <a:latin typeface="Open Sans 2"/>
                <a:ea typeface="Open Sans 2"/>
                <a:cs typeface="Open Sans 2"/>
                <a:sym typeface="Open Sans 2"/>
              </a:rPr>
              <a:t>n </a:t>
            </a:r>
            <a:r>
              <a:rPr lang="en-US" sz="3699" spc="-110" strike="noStrike" u="none">
                <a:solidFill>
                  <a:srgbClr val="FFFFFF"/>
                </a:solidFill>
                <a:latin typeface="Open Sans 2"/>
                <a:ea typeface="Open Sans 2"/>
                <a:cs typeface="Open Sans 2"/>
                <a:sym typeface="Open Sans 2"/>
              </a:rPr>
              <a:t>d</a:t>
            </a:r>
            <a:r>
              <a:rPr lang="en-US" sz="3699" spc="-110" strike="noStrike" u="none">
                <a:solidFill>
                  <a:srgbClr val="FFFFFF"/>
                </a:solidFill>
                <a:latin typeface="Open Sans 2"/>
                <a:ea typeface="Open Sans 2"/>
                <a:cs typeface="Open Sans 2"/>
                <a:sym typeface="Open Sans 2"/>
              </a:rPr>
              <a:t>a</a:t>
            </a:r>
            <a:r>
              <a:rPr lang="en-US" sz="3699" spc="-110" strike="noStrike" u="none">
                <a:solidFill>
                  <a:srgbClr val="FFFFFF"/>
                </a:solidFill>
                <a:latin typeface="Open Sans 2"/>
                <a:ea typeface="Open Sans 2"/>
                <a:cs typeface="Open Sans 2"/>
                <a:sym typeface="Open Sans 2"/>
              </a:rPr>
              <a:t>n</a:t>
            </a:r>
            <a:r>
              <a:rPr lang="en-US" sz="3699" spc="-110" strike="noStrike" u="none">
                <a:solidFill>
                  <a:srgbClr val="FFFFFF"/>
                </a:solidFill>
                <a:latin typeface="Open Sans 2"/>
                <a:ea typeface="Open Sans 2"/>
                <a:cs typeface="Open Sans 2"/>
                <a:sym typeface="Open Sans 2"/>
              </a:rPr>
              <a:t> la</a:t>
            </a:r>
            <a:r>
              <a:rPr lang="en-US" sz="3699" spc="-110" strike="noStrike" u="none">
                <a:solidFill>
                  <a:srgbClr val="FFFFFF"/>
                </a:solidFill>
                <a:latin typeface="Open Sans 2"/>
                <a:ea typeface="Open Sans 2"/>
                <a:cs typeface="Open Sans 2"/>
                <a:sym typeface="Open Sans 2"/>
              </a:rPr>
              <a:t>p</a:t>
            </a:r>
            <a:r>
              <a:rPr lang="en-US" sz="3699" spc="-110" strike="noStrike" u="none">
                <a:solidFill>
                  <a:srgbClr val="FFFFFF"/>
                </a:solidFill>
                <a:latin typeface="Open Sans 2"/>
                <a:ea typeface="Open Sans 2"/>
                <a:cs typeface="Open Sans 2"/>
                <a:sym typeface="Open Sans 2"/>
              </a:rPr>
              <a:t>or</a:t>
            </a:r>
            <a:r>
              <a:rPr lang="en-US" sz="3699" spc="-110" strike="noStrike" u="none">
                <a:solidFill>
                  <a:srgbClr val="FFFFFF"/>
                </a:solidFill>
                <a:latin typeface="Open Sans 2"/>
                <a:ea typeface="Open Sans 2"/>
                <a:cs typeface="Open Sans 2"/>
                <a:sym typeface="Open Sans 2"/>
              </a:rPr>
              <a:t>an</a:t>
            </a:r>
            <a:r>
              <a:rPr lang="en-US" sz="3699" spc="-110" strike="noStrike" u="none">
                <a:solidFill>
                  <a:srgbClr val="FFFFFF"/>
                </a:solidFill>
                <a:latin typeface="Open Sans 2"/>
                <a:ea typeface="Open Sans 2"/>
                <a:cs typeface="Open Sans 2"/>
                <a:sym typeface="Open Sans 2"/>
              </a:rPr>
              <a:t> </a:t>
            </a:r>
            <a:r>
              <a:rPr lang="en-US" sz="3699" spc="-110" strike="noStrike" u="none">
                <a:solidFill>
                  <a:srgbClr val="FFFFFF"/>
                </a:solidFill>
                <a:latin typeface="Open Sans 2"/>
                <a:ea typeface="Open Sans 2"/>
                <a:cs typeface="Open Sans 2"/>
                <a:sym typeface="Open Sans 2"/>
              </a:rPr>
              <a:t>pe</a:t>
            </a:r>
            <a:r>
              <a:rPr lang="en-US" sz="3699" spc="-110" strike="noStrike" u="none">
                <a:solidFill>
                  <a:srgbClr val="FFFFFF"/>
                </a:solidFill>
                <a:latin typeface="Open Sans 2"/>
                <a:ea typeface="Open Sans 2"/>
                <a:cs typeface="Open Sans 2"/>
                <a:sym typeface="Open Sans 2"/>
              </a:rPr>
              <a:t>n</a:t>
            </a:r>
            <a:r>
              <a:rPr lang="en-US" sz="3699" spc="-110" strike="noStrike" u="none">
                <a:solidFill>
                  <a:srgbClr val="FFFFFF"/>
                </a:solidFill>
                <a:latin typeface="Open Sans 2"/>
                <a:ea typeface="Open Sans 2"/>
                <a:cs typeface="Open Sans 2"/>
                <a:sym typeface="Open Sans 2"/>
              </a:rPr>
              <a:t>jualan </a:t>
            </a:r>
            <a:r>
              <a:rPr lang="en-US" sz="3699" spc="-110" strike="noStrike" u="none">
                <a:solidFill>
                  <a:srgbClr val="FFFFFF"/>
                </a:solidFill>
                <a:latin typeface="Open Sans 2"/>
                <a:ea typeface="Open Sans 2"/>
                <a:cs typeface="Open Sans 2"/>
                <a:sym typeface="Open Sans 2"/>
              </a:rPr>
              <a:t>s</a:t>
            </a:r>
            <a:r>
              <a:rPr lang="en-US" sz="3699" spc="-110" strike="noStrike" u="none">
                <a:solidFill>
                  <a:srgbClr val="FFFFFF"/>
                </a:solidFill>
                <a:latin typeface="Open Sans 2"/>
                <a:ea typeface="Open Sans 2"/>
                <a:cs typeface="Open Sans 2"/>
                <a:sym typeface="Open Sans 2"/>
              </a:rPr>
              <a:t>ecara</a:t>
            </a:r>
            <a:r>
              <a:rPr lang="en-US" sz="3699" spc="-110" strike="noStrike" u="none">
                <a:solidFill>
                  <a:srgbClr val="FFFFFF"/>
                </a:solidFill>
                <a:latin typeface="Open Sans 2"/>
                <a:ea typeface="Open Sans 2"/>
                <a:cs typeface="Open Sans 2"/>
                <a:sym typeface="Open Sans 2"/>
              </a:rPr>
              <a:t> </a:t>
            </a:r>
            <a:r>
              <a:rPr lang="en-US" sz="3699" spc="-110" strike="noStrike" u="none">
                <a:solidFill>
                  <a:srgbClr val="FFFFFF"/>
                </a:solidFill>
                <a:latin typeface="Open Sans 2"/>
                <a:ea typeface="Open Sans 2"/>
                <a:cs typeface="Open Sans 2"/>
                <a:sym typeface="Open Sans 2"/>
              </a:rPr>
              <a:t>digi</a:t>
            </a:r>
            <a:r>
              <a:rPr lang="en-US" sz="3699" spc="-110" strike="noStrike" u="none">
                <a:solidFill>
                  <a:srgbClr val="FFFFFF"/>
                </a:solidFill>
                <a:latin typeface="Open Sans 2"/>
                <a:ea typeface="Open Sans 2"/>
                <a:cs typeface="Open Sans 2"/>
                <a:sym typeface="Open Sans 2"/>
              </a:rPr>
              <a:t>tal</a:t>
            </a:r>
          </a:p>
          <a:p>
            <a:pPr algn="l" marL="798820" indent="-399410" lvl="1">
              <a:lnSpc>
                <a:spcPts val="4624"/>
              </a:lnSpc>
              <a:spcBef>
                <a:spcPct val="0"/>
              </a:spcBef>
              <a:buFont typeface="Arial"/>
              <a:buChar char="•"/>
            </a:pPr>
            <a:r>
              <a:rPr lang="en-US" sz="3699" spc="-110" strike="noStrike" u="none">
                <a:solidFill>
                  <a:srgbClr val="FFFFFF"/>
                </a:solidFill>
                <a:latin typeface="Open Sans 2"/>
                <a:ea typeface="Open Sans 2"/>
                <a:cs typeface="Open Sans 2"/>
                <a:sym typeface="Open Sans 2"/>
              </a:rPr>
              <a:t>Mend</a:t>
            </a:r>
            <a:r>
              <a:rPr lang="en-US" sz="3699" spc="-110" strike="noStrike" u="none">
                <a:solidFill>
                  <a:srgbClr val="FFFFFF"/>
                </a:solidFill>
                <a:latin typeface="Open Sans 2"/>
                <a:ea typeface="Open Sans 2"/>
                <a:cs typeface="Open Sans 2"/>
                <a:sym typeface="Open Sans 2"/>
              </a:rPr>
              <a:t>u</a:t>
            </a:r>
            <a:r>
              <a:rPr lang="en-US" sz="3699" spc="-110" strike="noStrike" u="none">
                <a:solidFill>
                  <a:srgbClr val="FFFFFF"/>
                </a:solidFill>
                <a:latin typeface="Open Sans 2"/>
                <a:ea typeface="Open Sans 2"/>
                <a:cs typeface="Open Sans 2"/>
                <a:sym typeface="Open Sans 2"/>
              </a:rPr>
              <a:t>kung </a:t>
            </a:r>
            <a:r>
              <a:rPr lang="en-US" sz="3699" spc="-110" strike="noStrike" u="none">
                <a:solidFill>
                  <a:srgbClr val="FFFFFF"/>
                </a:solidFill>
                <a:latin typeface="Open Sans 2"/>
                <a:ea typeface="Open Sans 2"/>
                <a:cs typeface="Open Sans 2"/>
                <a:sym typeface="Open Sans 2"/>
              </a:rPr>
              <a:t>pe</a:t>
            </a:r>
            <a:r>
              <a:rPr lang="en-US" sz="3699" spc="-110" strike="noStrike" u="none">
                <a:solidFill>
                  <a:srgbClr val="FFFFFF"/>
                </a:solidFill>
                <a:latin typeface="Open Sans 2"/>
                <a:ea typeface="Open Sans 2"/>
                <a:cs typeface="Open Sans 2"/>
                <a:sym typeface="Open Sans 2"/>
              </a:rPr>
              <a:t>ngambilan</a:t>
            </a:r>
            <a:r>
              <a:rPr lang="en-US" sz="3699" spc="-110" strike="noStrike" u="none">
                <a:solidFill>
                  <a:srgbClr val="FFFFFF"/>
                </a:solidFill>
                <a:latin typeface="Open Sans 2"/>
                <a:ea typeface="Open Sans 2"/>
                <a:cs typeface="Open Sans 2"/>
                <a:sym typeface="Open Sans 2"/>
              </a:rPr>
              <a:t> </a:t>
            </a:r>
            <a:r>
              <a:rPr lang="en-US" sz="3699" spc="-110" strike="noStrike" u="none">
                <a:solidFill>
                  <a:srgbClr val="FFFFFF"/>
                </a:solidFill>
                <a:latin typeface="Open Sans 2"/>
                <a:ea typeface="Open Sans 2"/>
                <a:cs typeface="Open Sans 2"/>
                <a:sym typeface="Open Sans 2"/>
              </a:rPr>
              <a:t>k</a:t>
            </a:r>
            <a:r>
              <a:rPr lang="en-US" sz="3699" spc="-110" strike="noStrike" u="none">
                <a:solidFill>
                  <a:srgbClr val="FFFFFF"/>
                </a:solidFill>
                <a:latin typeface="Open Sans 2"/>
                <a:ea typeface="Open Sans 2"/>
                <a:cs typeface="Open Sans 2"/>
                <a:sym typeface="Open Sans 2"/>
              </a:rPr>
              <a:t>e</a:t>
            </a:r>
            <a:r>
              <a:rPr lang="en-US" sz="3699" spc="-110" strike="noStrike" u="none">
                <a:solidFill>
                  <a:srgbClr val="FFFFFF"/>
                </a:solidFill>
                <a:latin typeface="Open Sans 2"/>
                <a:ea typeface="Open Sans 2"/>
                <a:cs typeface="Open Sans 2"/>
                <a:sym typeface="Open Sans 2"/>
              </a:rPr>
              <a:t>putus</a:t>
            </a:r>
            <a:r>
              <a:rPr lang="en-US" sz="3699" spc="-110" strike="noStrike" u="none">
                <a:solidFill>
                  <a:srgbClr val="FFFFFF"/>
                </a:solidFill>
                <a:latin typeface="Open Sans 2"/>
                <a:ea typeface="Open Sans 2"/>
                <a:cs typeface="Open Sans 2"/>
                <a:sym typeface="Open Sans 2"/>
              </a:rPr>
              <a:t>a</a:t>
            </a:r>
            <a:r>
              <a:rPr lang="en-US" sz="3699" spc="-110" strike="noStrike" u="none">
                <a:solidFill>
                  <a:srgbClr val="FFFFFF"/>
                </a:solidFill>
                <a:latin typeface="Open Sans 2"/>
                <a:ea typeface="Open Sans 2"/>
                <a:cs typeface="Open Sans 2"/>
                <a:sym typeface="Open Sans 2"/>
              </a:rPr>
              <a:t>n</a:t>
            </a:r>
            <a:r>
              <a:rPr lang="en-US" sz="3699" spc="-110" strike="noStrike" u="none">
                <a:solidFill>
                  <a:srgbClr val="FFFFFF"/>
                </a:solidFill>
                <a:latin typeface="Open Sans 2"/>
                <a:ea typeface="Open Sans 2"/>
                <a:cs typeface="Open Sans 2"/>
                <a:sym typeface="Open Sans 2"/>
              </a:rPr>
              <a:t> </a:t>
            </a:r>
            <a:r>
              <a:rPr lang="en-US" sz="3699" spc="-110" strike="noStrike" u="none">
                <a:solidFill>
                  <a:srgbClr val="FFFFFF"/>
                </a:solidFill>
                <a:latin typeface="Open Sans 2"/>
                <a:ea typeface="Open Sans 2"/>
                <a:cs typeface="Open Sans 2"/>
                <a:sym typeface="Open Sans 2"/>
              </a:rPr>
              <a:t>pe</a:t>
            </a:r>
            <a:r>
              <a:rPr lang="en-US" sz="3699" spc="-110" strike="noStrike" u="none">
                <a:solidFill>
                  <a:srgbClr val="FFFFFF"/>
                </a:solidFill>
                <a:latin typeface="Open Sans 2"/>
                <a:ea typeface="Open Sans 2"/>
                <a:cs typeface="Open Sans 2"/>
                <a:sym typeface="Open Sans 2"/>
              </a:rPr>
              <a:t>m</a:t>
            </a:r>
            <a:r>
              <a:rPr lang="en-US" sz="3699" spc="-110" strike="noStrike" u="none">
                <a:solidFill>
                  <a:srgbClr val="FFFFFF"/>
                </a:solidFill>
                <a:latin typeface="Open Sans 2"/>
                <a:ea typeface="Open Sans 2"/>
                <a:cs typeface="Open Sans 2"/>
                <a:sym typeface="Open Sans 2"/>
              </a:rPr>
              <a:t>ilik UMKM</a:t>
            </a:r>
            <a:r>
              <a:rPr lang="en-US" sz="3699" spc="-110" strike="noStrike" u="none">
                <a:solidFill>
                  <a:srgbClr val="FFFFFF"/>
                </a:solidFill>
                <a:latin typeface="Open Sans 2"/>
                <a:ea typeface="Open Sans 2"/>
                <a:cs typeface="Open Sans 2"/>
                <a:sym typeface="Open Sans 2"/>
              </a:rPr>
              <a:t> </a:t>
            </a:r>
            <a:r>
              <a:rPr lang="en-US" sz="3699" spc="-110" strike="noStrike" u="none">
                <a:solidFill>
                  <a:srgbClr val="FFFFFF"/>
                </a:solidFill>
                <a:latin typeface="Open Sans 2"/>
                <a:ea typeface="Open Sans 2"/>
                <a:cs typeface="Open Sans 2"/>
                <a:sym typeface="Open Sans 2"/>
              </a:rPr>
              <a:t>se</a:t>
            </a:r>
            <a:r>
              <a:rPr lang="en-US" sz="3699" spc="-110" strike="noStrike" u="none">
                <a:solidFill>
                  <a:srgbClr val="FFFFFF"/>
                </a:solidFill>
                <a:latin typeface="Open Sans 2"/>
                <a:ea typeface="Open Sans 2"/>
                <a:cs typeface="Open Sans 2"/>
                <a:sym typeface="Open Sans 2"/>
              </a:rPr>
              <a:t>c</a:t>
            </a:r>
            <a:r>
              <a:rPr lang="en-US" sz="3699" spc="-110" strike="noStrike" u="none">
                <a:solidFill>
                  <a:srgbClr val="FFFFFF"/>
                </a:solidFill>
                <a:latin typeface="Open Sans 2"/>
                <a:ea typeface="Open Sans 2"/>
                <a:cs typeface="Open Sans 2"/>
                <a:sym typeface="Open Sans 2"/>
              </a:rPr>
              <a:t>ara l</a:t>
            </a:r>
            <a:r>
              <a:rPr lang="en-US" sz="3699" spc="-110" strike="noStrike" u="none">
                <a:solidFill>
                  <a:srgbClr val="FFFFFF"/>
                </a:solidFill>
                <a:latin typeface="Open Sans 2"/>
                <a:ea typeface="Open Sans 2"/>
                <a:cs typeface="Open Sans 2"/>
                <a:sym typeface="Open Sans 2"/>
              </a:rPr>
              <a:t>e</a:t>
            </a:r>
            <a:r>
              <a:rPr lang="en-US" sz="3699" spc="-110" strike="noStrike" u="none">
                <a:solidFill>
                  <a:srgbClr val="FFFFFF"/>
                </a:solidFill>
                <a:latin typeface="Open Sans 2"/>
                <a:ea typeface="Open Sans 2"/>
                <a:cs typeface="Open Sans 2"/>
                <a:sym typeface="Open Sans 2"/>
              </a:rPr>
              <a:t>bih ak</a:t>
            </a:r>
            <a:r>
              <a:rPr lang="en-US" sz="3699" spc="-110" strike="noStrike" u="none">
                <a:solidFill>
                  <a:srgbClr val="FFFFFF"/>
                </a:solidFill>
                <a:latin typeface="Open Sans 2"/>
                <a:ea typeface="Open Sans 2"/>
                <a:cs typeface="Open Sans 2"/>
                <a:sym typeface="Open Sans 2"/>
              </a:rPr>
              <a:t>u</a:t>
            </a:r>
            <a:r>
              <a:rPr lang="en-US" sz="3699" spc="-110" strike="noStrike" u="none">
                <a:solidFill>
                  <a:srgbClr val="FFFFFF"/>
                </a:solidFill>
                <a:latin typeface="Open Sans 2"/>
                <a:ea typeface="Open Sans 2"/>
                <a:cs typeface="Open Sans 2"/>
                <a:sym typeface="Open Sans 2"/>
              </a:rPr>
              <a:t>r</a:t>
            </a:r>
            <a:r>
              <a:rPr lang="en-US" sz="3699" spc="-110" strike="noStrike" u="none">
                <a:solidFill>
                  <a:srgbClr val="FFFFFF"/>
                </a:solidFill>
                <a:latin typeface="Open Sans 2"/>
                <a:ea typeface="Open Sans 2"/>
                <a:cs typeface="Open Sans 2"/>
                <a:sym typeface="Open Sans 2"/>
              </a:rPr>
              <a:t>at</a:t>
            </a:r>
          </a:p>
          <a:p>
            <a:pPr algn="l" marL="0" indent="0" lvl="0">
              <a:lnSpc>
                <a:spcPts val="5874"/>
              </a:lnSpc>
              <a:spcBef>
                <a:spcPct val="0"/>
              </a:spcBef>
            </a:pPr>
          </a:p>
        </p:txBody>
      </p:sp>
      <p:sp>
        <p:nvSpPr>
          <p:cNvPr name="TextBox 15" id="15"/>
          <p:cNvSpPr txBox="true"/>
          <p:nvPr/>
        </p:nvSpPr>
        <p:spPr>
          <a:xfrm rot="0">
            <a:off x="6305222" y="1447800"/>
            <a:ext cx="13171834" cy="1295687"/>
          </a:xfrm>
          <a:prstGeom prst="rect">
            <a:avLst/>
          </a:prstGeom>
        </p:spPr>
        <p:txBody>
          <a:bodyPr anchor="t" rtlCol="false" tIns="0" lIns="0" bIns="0" rIns="0">
            <a:spAutoFit/>
          </a:bodyPr>
          <a:lstStyle/>
          <a:p>
            <a:pPr algn="just">
              <a:lnSpc>
                <a:spcPts val="9007"/>
              </a:lnSpc>
            </a:pPr>
            <a:r>
              <a:rPr lang="en-US" b="true" sz="11259" spc="-653">
                <a:solidFill>
                  <a:srgbClr val="FFFFFF"/>
                </a:solidFill>
                <a:latin typeface="Bricolage Grotesque Bold"/>
                <a:ea typeface="Bricolage Grotesque Bold"/>
                <a:cs typeface="Bricolage Grotesque Bold"/>
                <a:sym typeface="Bricolage Grotesque Bold"/>
              </a:rPr>
              <a:t>TUJUAN</a:t>
            </a:r>
            <a:r>
              <a:rPr lang="en-US" b="true" sz="11259" spc="-653">
                <a:solidFill>
                  <a:srgbClr val="FFFFFF"/>
                </a:solidFill>
                <a:latin typeface="Bricolage Grotesque Bold"/>
                <a:ea typeface="Bricolage Grotesque Bold"/>
                <a:cs typeface="Bricolage Grotesque Bold"/>
                <a:sym typeface="Bricolage Grotesque Bold"/>
              </a:rPr>
              <a:t> SISTEM</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320000"/>
        </a:solidFill>
      </p:bgPr>
    </p:bg>
    <p:spTree>
      <p:nvGrpSpPr>
        <p:cNvPr id="1" name=""/>
        <p:cNvGrpSpPr/>
        <p:nvPr/>
      </p:nvGrpSpPr>
      <p:grpSpPr>
        <a:xfrm>
          <a:off x="0" y="0"/>
          <a:ext cx="0" cy="0"/>
          <a:chOff x="0" y="0"/>
          <a:chExt cx="0" cy="0"/>
        </a:xfrm>
      </p:grpSpPr>
      <p:sp>
        <p:nvSpPr>
          <p:cNvPr name="Freeform 2" id="2"/>
          <p:cNvSpPr/>
          <p:nvPr/>
        </p:nvSpPr>
        <p:spPr>
          <a:xfrm flipH="false" flipV="false" rot="0">
            <a:off x="-1069008" y="-1373680"/>
            <a:ext cx="7209415" cy="7209415"/>
          </a:xfrm>
          <a:custGeom>
            <a:avLst/>
            <a:gdLst/>
            <a:ahLst/>
            <a:cxnLst/>
            <a:rect r="r" b="b" t="t" l="l"/>
            <a:pathLst>
              <a:path h="7209415" w="7209415">
                <a:moveTo>
                  <a:pt x="0" y="0"/>
                </a:moveTo>
                <a:lnTo>
                  <a:pt x="7209414" y="0"/>
                </a:lnTo>
                <a:lnTo>
                  <a:pt x="7209414" y="7209415"/>
                </a:lnTo>
                <a:lnTo>
                  <a:pt x="0" y="7209415"/>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6305222" y="146101"/>
            <a:ext cx="1251032" cy="1251032"/>
          </a:xfrm>
          <a:custGeom>
            <a:avLst/>
            <a:gdLst/>
            <a:ahLst/>
            <a:cxnLst/>
            <a:rect r="r" b="b" t="t" l="l"/>
            <a:pathLst>
              <a:path h="1251032" w="1251032">
                <a:moveTo>
                  <a:pt x="0" y="0"/>
                </a:moveTo>
                <a:lnTo>
                  <a:pt x="1251032" y="0"/>
                </a:lnTo>
                <a:lnTo>
                  <a:pt x="1251032" y="1251031"/>
                </a:lnTo>
                <a:lnTo>
                  <a:pt x="0" y="125103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grpSp>
        <p:nvGrpSpPr>
          <p:cNvPr name="Group 4" id="4"/>
          <p:cNvGrpSpPr/>
          <p:nvPr/>
        </p:nvGrpSpPr>
        <p:grpSpPr>
          <a:xfrm rot="0">
            <a:off x="1983568" y="-415743"/>
            <a:ext cx="16240125" cy="11118486"/>
            <a:chOff x="0" y="0"/>
            <a:chExt cx="21653500" cy="14824648"/>
          </a:xfrm>
        </p:grpSpPr>
        <p:sp>
          <p:nvSpPr>
            <p:cNvPr name="AutoShape 5" id="5"/>
            <p:cNvSpPr/>
            <p:nvPr/>
          </p:nvSpPr>
          <p:spPr>
            <a:xfrm>
              <a:off x="63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6" id="6"/>
            <p:cNvSpPr/>
            <p:nvPr/>
          </p:nvSpPr>
          <p:spPr>
            <a:xfrm>
              <a:off x="72199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7" id="7"/>
            <p:cNvSpPr/>
            <p:nvPr/>
          </p:nvSpPr>
          <p:spPr>
            <a:xfrm>
              <a:off x="144335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8" id="8"/>
            <p:cNvSpPr/>
            <p:nvPr/>
          </p:nvSpPr>
          <p:spPr>
            <a:xfrm>
              <a:off x="216471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grpSp>
      <p:sp>
        <p:nvSpPr>
          <p:cNvPr name="Freeform 9" id="9"/>
          <p:cNvSpPr/>
          <p:nvPr/>
        </p:nvSpPr>
        <p:spPr>
          <a:xfrm flipH="false" flipV="false" rot="0">
            <a:off x="839145" y="3067731"/>
            <a:ext cx="12741938" cy="3359238"/>
          </a:xfrm>
          <a:custGeom>
            <a:avLst/>
            <a:gdLst/>
            <a:ahLst/>
            <a:cxnLst/>
            <a:rect r="r" b="b" t="t" l="l"/>
            <a:pathLst>
              <a:path h="3359238" w="12741938">
                <a:moveTo>
                  <a:pt x="0" y="0"/>
                </a:moveTo>
                <a:lnTo>
                  <a:pt x="12741938" y="0"/>
                </a:lnTo>
                <a:lnTo>
                  <a:pt x="12741938" y="3359238"/>
                </a:lnTo>
                <a:lnTo>
                  <a:pt x="0" y="3359238"/>
                </a:lnTo>
                <a:lnTo>
                  <a:pt x="0" y="0"/>
                </a:lnTo>
                <a:close/>
              </a:path>
            </a:pathLst>
          </a:custGeom>
          <a:blipFill>
            <a:blip r:embed="rId4"/>
            <a:stretch>
              <a:fillRect l="0" t="0" r="0" b="0"/>
            </a:stretch>
          </a:blipFill>
        </p:spPr>
      </p:sp>
      <p:sp>
        <p:nvSpPr>
          <p:cNvPr name="Freeform 10" id="10"/>
          <p:cNvSpPr/>
          <p:nvPr/>
        </p:nvSpPr>
        <p:spPr>
          <a:xfrm flipH="false" flipV="false" rot="0">
            <a:off x="839145" y="7060941"/>
            <a:ext cx="12741938" cy="3359238"/>
          </a:xfrm>
          <a:custGeom>
            <a:avLst/>
            <a:gdLst/>
            <a:ahLst/>
            <a:cxnLst/>
            <a:rect r="r" b="b" t="t" l="l"/>
            <a:pathLst>
              <a:path h="3359238" w="12741938">
                <a:moveTo>
                  <a:pt x="0" y="0"/>
                </a:moveTo>
                <a:lnTo>
                  <a:pt x="12741938" y="0"/>
                </a:lnTo>
                <a:lnTo>
                  <a:pt x="12741938" y="3359238"/>
                </a:lnTo>
                <a:lnTo>
                  <a:pt x="0" y="3359238"/>
                </a:lnTo>
                <a:lnTo>
                  <a:pt x="0" y="0"/>
                </a:lnTo>
                <a:close/>
              </a:path>
            </a:pathLst>
          </a:custGeom>
          <a:blipFill>
            <a:blip r:embed="rId4"/>
            <a:stretch>
              <a:fillRect l="0" t="0" r="0" b="0"/>
            </a:stretch>
          </a:blipFill>
        </p:spPr>
      </p:sp>
      <p:grpSp>
        <p:nvGrpSpPr>
          <p:cNvPr name="Group 11" id="11"/>
          <p:cNvGrpSpPr/>
          <p:nvPr/>
        </p:nvGrpSpPr>
        <p:grpSpPr>
          <a:xfrm rot="0">
            <a:off x="3924256" y="3766954"/>
            <a:ext cx="12791025" cy="5868740"/>
            <a:chOff x="0" y="0"/>
            <a:chExt cx="3368830" cy="1545676"/>
          </a:xfrm>
        </p:grpSpPr>
        <p:sp>
          <p:nvSpPr>
            <p:cNvPr name="Freeform 12" id="12"/>
            <p:cNvSpPr/>
            <p:nvPr/>
          </p:nvSpPr>
          <p:spPr>
            <a:xfrm flipH="false" flipV="false" rot="0">
              <a:off x="0" y="0"/>
              <a:ext cx="3368830" cy="1545676"/>
            </a:xfrm>
            <a:custGeom>
              <a:avLst/>
              <a:gdLst/>
              <a:ahLst/>
              <a:cxnLst/>
              <a:rect r="r" b="b" t="t" l="l"/>
              <a:pathLst>
                <a:path h="1545676" w="3368830">
                  <a:moveTo>
                    <a:pt x="37526" y="0"/>
                  </a:moveTo>
                  <a:lnTo>
                    <a:pt x="3331303" y="0"/>
                  </a:lnTo>
                  <a:cubicBezTo>
                    <a:pt x="3352029" y="0"/>
                    <a:pt x="3368830" y="16801"/>
                    <a:pt x="3368830" y="37526"/>
                  </a:cubicBezTo>
                  <a:lnTo>
                    <a:pt x="3368830" y="1508150"/>
                  </a:lnTo>
                  <a:cubicBezTo>
                    <a:pt x="3368830" y="1518103"/>
                    <a:pt x="3364876" y="1527648"/>
                    <a:pt x="3357838" y="1534685"/>
                  </a:cubicBezTo>
                  <a:cubicBezTo>
                    <a:pt x="3350801" y="1541723"/>
                    <a:pt x="3341256" y="1545676"/>
                    <a:pt x="3331303" y="1545676"/>
                  </a:cubicBezTo>
                  <a:lnTo>
                    <a:pt x="37526" y="1545676"/>
                  </a:lnTo>
                  <a:cubicBezTo>
                    <a:pt x="27574" y="1545676"/>
                    <a:pt x="18029" y="1541723"/>
                    <a:pt x="10991" y="1534685"/>
                  </a:cubicBezTo>
                  <a:cubicBezTo>
                    <a:pt x="3954" y="1527648"/>
                    <a:pt x="0" y="1518103"/>
                    <a:pt x="0" y="1508150"/>
                  </a:cubicBezTo>
                  <a:lnTo>
                    <a:pt x="0" y="37526"/>
                  </a:lnTo>
                  <a:cubicBezTo>
                    <a:pt x="0" y="27574"/>
                    <a:pt x="3954" y="18029"/>
                    <a:pt x="10991" y="10991"/>
                  </a:cubicBezTo>
                  <a:cubicBezTo>
                    <a:pt x="18029" y="3954"/>
                    <a:pt x="27574" y="0"/>
                    <a:pt x="37526" y="0"/>
                  </a:cubicBezTo>
                  <a:close/>
                </a:path>
              </a:pathLst>
            </a:custGeom>
            <a:solidFill>
              <a:srgbClr val="FFFFFF"/>
            </a:solidFill>
            <a:ln w="19050" cap="rnd">
              <a:solidFill>
                <a:srgbClr val="320000"/>
              </a:solidFill>
              <a:prstDash val="solid"/>
              <a:round/>
            </a:ln>
          </p:spPr>
        </p:sp>
        <p:sp>
          <p:nvSpPr>
            <p:cNvPr name="TextBox 13" id="13"/>
            <p:cNvSpPr txBox="true"/>
            <p:nvPr/>
          </p:nvSpPr>
          <p:spPr>
            <a:xfrm>
              <a:off x="0" y="-38100"/>
              <a:ext cx="3368830" cy="1583776"/>
            </a:xfrm>
            <a:prstGeom prst="rect">
              <a:avLst/>
            </a:prstGeom>
          </p:spPr>
          <p:txBody>
            <a:bodyPr anchor="ctr" rtlCol="false" tIns="50800" lIns="50800" bIns="50800" rIns="50800"/>
            <a:lstStyle/>
            <a:p>
              <a:pPr algn="l">
                <a:lnSpc>
                  <a:spcPts val="2659"/>
                </a:lnSpc>
                <a:spcBef>
                  <a:spcPct val="0"/>
                </a:spcBef>
              </a:pPr>
            </a:p>
          </p:txBody>
        </p:sp>
      </p:grpSp>
      <p:sp>
        <p:nvSpPr>
          <p:cNvPr name="TextBox 14" id="14"/>
          <p:cNvSpPr txBox="true"/>
          <p:nvPr/>
        </p:nvSpPr>
        <p:spPr>
          <a:xfrm rot="0">
            <a:off x="5583796" y="1821447"/>
            <a:ext cx="17685015" cy="914410"/>
          </a:xfrm>
          <a:prstGeom prst="rect">
            <a:avLst/>
          </a:prstGeom>
        </p:spPr>
        <p:txBody>
          <a:bodyPr anchor="t" rtlCol="false" tIns="0" lIns="0" bIns="0" rIns="0">
            <a:spAutoFit/>
          </a:bodyPr>
          <a:lstStyle/>
          <a:p>
            <a:pPr algn="l">
              <a:lnSpc>
                <a:spcPts val="6800"/>
              </a:lnSpc>
            </a:pPr>
            <a:r>
              <a:rPr lang="en-US" sz="6667" spc="-386" b="true">
                <a:solidFill>
                  <a:srgbClr val="FFFFFF"/>
                </a:solidFill>
                <a:latin typeface="Bricolage Grotesque Bold"/>
                <a:ea typeface="Bricolage Grotesque Bold"/>
                <a:cs typeface="Bricolage Grotesque Bold"/>
                <a:sym typeface="Bricolage Grotesque Bold"/>
              </a:rPr>
              <a:t>RUANG LINGK</a:t>
            </a:r>
            <a:r>
              <a:rPr lang="en-US" sz="6667" spc="-386" b="true">
                <a:solidFill>
                  <a:srgbClr val="FFFFFF"/>
                </a:solidFill>
                <a:latin typeface="Bricolage Grotesque Bold"/>
                <a:ea typeface="Bricolage Grotesque Bold"/>
                <a:cs typeface="Bricolage Grotesque Bold"/>
                <a:sym typeface="Bricolage Grotesque Bold"/>
              </a:rPr>
              <a:t>UP SISTEM</a:t>
            </a:r>
          </a:p>
        </p:txBody>
      </p:sp>
      <p:sp>
        <p:nvSpPr>
          <p:cNvPr name="TextBox 15" id="15"/>
          <p:cNvSpPr txBox="true"/>
          <p:nvPr/>
        </p:nvSpPr>
        <p:spPr>
          <a:xfrm rot="0">
            <a:off x="4918167" y="4094524"/>
            <a:ext cx="12341133" cy="5541170"/>
          </a:xfrm>
          <a:prstGeom prst="rect">
            <a:avLst/>
          </a:prstGeom>
        </p:spPr>
        <p:txBody>
          <a:bodyPr anchor="t" rtlCol="false" tIns="0" lIns="0" bIns="0" rIns="0">
            <a:spAutoFit/>
          </a:bodyPr>
          <a:lstStyle/>
          <a:p>
            <a:pPr algn="l" marL="0" indent="0" lvl="0">
              <a:lnSpc>
                <a:spcPts val="6146"/>
              </a:lnSpc>
              <a:spcBef>
                <a:spcPct val="0"/>
              </a:spcBef>
            </a:pPr>
            <a:r>
              <a:rPr lang="en-US" sz="4917" spc="-147">
                <a:solidFill>
                  <a:srgbClr val="320000"/>
                </a:solidFill>
                <a:latin typeface="Open Sans 2"/>
                <a:ea typeface="Open Sans 2"/>
                <a:cs typeface="Open Sans 2"/>
                <a:sym typeface="Open Sans 2"/>
              </a:rPr>
              <a:t>Ruang lingkup</a:t>
            </a:r>
            <a:r>
              <a:rPr lang="en-US" sz="4917" spc="-147" strike="noStrike" u="none">
                <a:solidFill>
                  <a:srgbClr val="320000"/>
                </a:solidFill>
                <a:latin typeface="Open Sans 2"/>
                <a:ea typeface="Open Sans 2"/>
                <a:cs typeface="Open Sans 2"/>
                <a:sym typeface="Open Sans 2"/>
              </a:rPr>
              <a:t> sistem di</a:t>
            </a:r>
            <a:r>
              <a:rPr lang="en-US" sz="4917" spc="-147" strike="noStrike" u="none">
                <a:solidFill>
                  <a:srgbClr val="320000"/>
                </a:solidFill>
                <a:latin typeface="Open Sans 2"/>
                <a:ea typeface="Open Sans 2"/>
                <a:cs typeface="Open Sans 2"/>
                <a:sym typeface="Open Sans 2"/>
              </a:rPr>
              <a:t>b</a:t>
            </a:r>
            <a:r>
              <a:rPr lang="en-US" sz="4917" spc="-147" strike="noStrike" u="none">
                <a:solidFill>
                  <a:srgbClr val="320000"/>
                </a:solidFill>
                <a:latin typeface="Open Sans 2"/>
                <a:ea typeface="Open Sans 2"/>
                <a:cs typeface="Open Sans 2"/>
                <a:sym typeface="Open Sans 2"/>
              </a:rPr>
              <a:t>a</a:t>
            </a:r>
            <a:r>
              <a:rPr lang="en-US" sz="4917" spc="-147" strike="noStrike" u="none">
                <a:solidFill>
                  <a:srgbClr val="320000"/>
                </a:solidFill>
                <a:latin typeface="Open Sans 2"/>
                <a:ea typeface="Open Sans 2"/>
                <a:cs typeface="Open Sans 2"/>
                <a:sym typeface="Open Sans 2"/>
              </a:rPr>
              <a:t>t</a:t>
            </a:r>
            <a:r>
              <a:rPr lang="en-US" sz="4917" spc="-147" strike="noStrike" u="none">
                <a:solidFill>
                  <a:srgbClr val="320000"/>
                </a:solidFill>
                <a:latin typeface="Open Sans 2"/>
                <a:ea typeface="Open Sans 2"/>
                <a:cs typeface="Open Sans 2"/>
                <a:sym typeface="Open Sans 2"/>
              </a:rPr>
              <a:t>asi p</a:t>
            </a:r>
            <a:r>
              <a:rPr lang="en-US" sz="4917" spc="-147" strike="noStrike" u="none">
                <a:solidFill>
                  <a:srgbClr val="320000"/>
                </a:solidFill>
                <a:latin typeface="Open Sans 2"/>
                <a:ea typeface="Open Sans 2"/>
                <a:cs typeface="Open Sans 2"/>
                <a:sym typeface="Open Sans 2"/>
              </a:rPr>
              <a:t>ada:</a:t>
            </a:r>
          </a:p>
          <a:p>
            <a:pPr algn="l" marL="1061670" indent="-530835" lvl="1">
              <a:lnSpc>
                <a:spcPts val="6146"/>
              </a:lnSpc>
              <a:spcBef>
                <a:spcPct val="0"/>
              </a:spcBef>
              <a:buFont typeface="Arial"/>
              <a:buChar char="•"/>
            </a:pPr>
            <a:r>
              <a:rPr lang="en-US" sz="4917" spc="-147" strike="noStrike" u="none">
                <a:solidFill>
                  <a:srgbClr val="320000"/>
                </a:solidFill>
                <a:latin typeface="Open Sans 2"/>
                <a:ea typeface="Open Sans 2"/>
                <a:cs typeface="Open Sans 2"/>
                <a:sym typeface="Open Sans 2"/>
              </a:rPr>
              <a:t>P</a:t>
            </a:r>
            <a:r>
              <a:rPr lang="en-US" sz="4917" spc="-147" strike="noStrike" u="none">
                <a:solidFill>
                  <a:srgbClr val="320000"/>
                </a:solidFill>
                <a:latin typeface="Open Sans 2"/>
                <a:ea typeface="Open Sans 2"/>
                <a:cs typeface="Open Sans 2"/>
                <a:sym typeface="Open Sans 2"/>
              </a:rPr>
              <a:t>emesanan produk beads jewelry</a:t>
            </a:r>
          </a:p>
          <a:p>
            <a:pPr algn="l" marL="1061670" indent="-530835" lvl="1">
              <a:lnSpc>
                <a:spcPts val="6146"/>
              </a:lnSpc>
              <a:spcBef>
                <a:spcPct val="0"/>
              </a:spcBef>
              <a:buFont typeface="Arial"/>
              <a:buChar char="•"/>
            </a:pPr>
            <a:r>
              <a:rPr lang="en-US" sz="4917" spc="-147" strike="noStrike" u="none">
                <a:solidFill>
                  <a:srgbClr val="320000"/>
                </a:solidFill>
                <a:latin typeface="Open Sans 2"/>
                <a:ea typeface="Open Sans 2"/>
                <a:cs typeface="Open Sans 2"/>
                <a:sym typeface="Open Sans 2"/>
              </a:rPr>
              <a:t>L</a:t>
            </a:r>
            <a:r>
              <a:rPr lang="en-US" sz="4917" spc="-147" strike="noStrike" u="none">
                <a:solidFill>
                  <a:srgbClr val="320000"/>
                </a:solidFill>
                <a:latin typeface="Open Sans 2"/>
                <a:ea typeface="Open Sans 2"/>
                <a:cs typeface="Open Sans 2"/>
                <a:sym typeface="Open Sans 2"/>
              </a:rPr>
              <a:t>a</a:t>
            </a:r>
            <a:r>
              <a:rPr lang="en-US" sz="4917" spc="-147" strike="noStrike" u="none">
                <a:solidFill>
                  <a:srgbClr val="320000"/>
                </a:solidFill>
                <a:latin typeface="Open Sans 2"/>
                <a:ea typeface="Open Sans 2"/>
                <a:cs typeface="Open Sans 2"/>
                <a:sym typeface="Open Sans 2"/>
              </a:rPr>
              <a:t>y</a:t>
            </a:r>
            <a:r>
              <a:rPr lang="en-US" sz="4917" spc="-147" strike="noStrike" u="none">
                <a:solidFill>
                  <a:srgbClr val="320000"/>
                </a:solidFill>
                <a:latin typeface="Open Sans 2"/>
                <a:ea typeface="Open Sans 2"/>
                <a:cs typeface="Open Sans 2"/>
                <a:sym typeface="Open Sans 2"/>
              </a:rPr>
              <a:t>anan custom pr</a:t>
            </a:r>
            <a:r>
              <a:rPr lang="en-US" sz="4917" spc="-147" strike="noStrike" u="none">
                <a:solidFill>
                  <a:srgbClr val="320000"/>
                </a:solidFill>
                <a:latin typeface="Open Sans 2"/>
                <a:ea typeface="Open Sans 2"/>
                <a:cs typeface="Open Sans 2"/>
                <a:sym typeface="Open Sans 2"/>
              </a:rPr>
              <a:t>od</a:t>
            </a:r>
            <a:r>
              <a:rPr lang="en-US" sz="4917" spc="-147" strike="noStrike" u="none">
                <a:solidFill>
                  <a:srgbClr val="320000"/>
                </a:solidFill>
                <a:latin typeface="Open Sans 2"/>
                <a:ea typeface="Open Sans 2"/>
                <a:cs typeface="Open Sans 2"/>
                <a:sym typeface="Open Sans 2"/>
              </a:rPr>
              <a:t>uk</a:t>
            </a:r>
          </a:p>
          <a:p>
            <a:pPr algn="l" marL="1061670" indent="-530835" lvl="1">
              <a:lnSpc>
                <a:spcPts val="6146"/>
              </a:lnSpc>
              <a:spcBef>
                <a:spcPct val="0"/>
              </a:spcBef>
              <a:buFont typeface="Arial"/>
              <a:buChar char="•"/>
            </a:pPr>
            <a:r>
              <a:rPr lang="en-US" sz="4917" spc="-147" strike="noStrike" u="none">
                <a:solidFill>
                  <a:srgbClr val="320000"/>
                </a:solidFill>
                <a:latin typeface="Open Sans 2"/>
                <a:ea typeface="Open Sans 2"/>
                <a:cs typeface="Open Sans 2"/>
                <a:sym typeface="Open Sans 2"/>
              </a:rPr>
              <a:t>Ma</a:t>
            </a:r>
            <a:r>
              <a:rPr lang="en-US" sz="4917" spc="-147" strike="noStrike" u="none">
                <a:solidFill>
                  <a:srgbClr val="320000"/>
                </a:solidFill>
                <a:latin typeface="Open Sans 2"/>
                <a:ea typeface="Open Sans 2"/>
                <a:cs typeface="Open Sans 2"/>
                <a:sym typeface="Open Sans 2"/>
              </a:rPr>
              <a:t>n</a:t>
            </a:r>
            <a:r>
              <a:rPr lang="en-US" sz="4917" spc="-147" strike="noStrike" u="none">
                <a:solidFill>
                  <a:srgbClr val="320000"/>
                </a:solidFill>
                <a:latin typeface="Open Sans 2"/>
                <a:ea typeface="Open Sans 2"/>
                <a:cs typeface="Open Sans 2"/>
                <a:sym typeface="Open Sans 2"/>
              </a:rPr>
              <a:t>a</a:t>
            </a:r>
            <a:r>
              <a:rPr lang="en-US" sz="4917" spc="-147" strike="noStrike" u="none">
                <a:solidFill>
                  <a:srgbClr val="320000"/>
                </a:solidFill>
                <a:latin typeface="Open Sans 2"/>
                <a:ea typeface="Open Sans 2"/>
                <a:cs typeface="Open Sans 2"/>
                <a:sym typeface="Open Sans 2"/>
              </a:rPr>
              <a:t>j</a:t>
            </a:r>
            <a:r>
              <a:rPr lang="en-US" sz="4917" spc="-147" strike="noStrike" u="none">
                <a:solidFill>
                  <a:srgbClr val="320000"/>
                </a:solidFill>
                <a:latin typeface="Open Sans 2"/>
                <a:ea typeface="Open Sans 2"/>
                <a:cs typeface="Open Sans 2"/>
                <a:sym typeface="Open Sans 2"/>
              </a:rPr>
              <a:t>emen stok bahan beads</a:t>
            </a:r>
          </a:p>
          <a:p>
            <a:pPr algn="l" marL="1061670" indent="-530835" lvl="1">
              <a:lnSpc>
                <a:spcPts val="6146"/>
              </a:lnSpc>
              <a:spcBef>
                <a:spcPct val="0"/>
              </a:spcBef>
              <a:buFont typeface="Arial"/>
              <a:buChar char="•"/>
            </a:pPr>
            <a:r>
              <a:rPr lang="en-US" sz="4917" spc="-147" strike="noStrike" u="none">
                <a:solidFill>
                  <a:srgbClr val="320000"/>
                </a:solidFill>
                <a:latin typeface="Open Sans 2"/>
                <a:ea typeface="Open Sans 2"/>
                <a:cs typeface="Open Sans 2"/>
                <a:sym typeface="Open Sans 2"/>
              </a:rPr>
              <a:t>M</a:t>
            </a:r>
            <a:r>
              <a:rPr lang="en-US" sz="4917" spc="-147" strike="noStrike" u="none">
                <a:solidFill>
                  <a:srgbClr val="320000"/>
                </a:solidFill>
                <a:latin typeface="Open Sans 2"/>
                <a:ea typeface="Open Sans 2"/>
                <a:cs typeface="Open Sans 2"/>
                <a:sym typeface="Open Sans 2"/>
              </a:rPr>
              <a:t>anajemen pesanan dan pembayaran</a:t>
            </a:r>
          </a:p>
          <a:p>
            <a:pPr algn="l" marL="1061670" indent="-530835" lvl="1">
              <a:lnSpc>
                <a:spcPts val="6146"/>
              </a:lnSpc>
              <a:spcBef>
                <a:spcPct val="0"/>
              </a:spcBef>
              <a:buFont typeface="Arial"/>
              <a:buChar char="•"/>
            </a:pPr>
            <a:r>
              <a:rPr lang="en-US" sz="4917" spc="-147" strike="noStrike" u="none">
                <a:solidFill>
                  <a:srgbClr val="320000"/>
                </a:solidFill>
                <a:latin typeface="Open Sans 2"/>
                <a:ea typeface="Open Sans 2"/>
                <a:cs typeface="Open Sans 2"/>
                <a:sym typeface="Open Sans 2"/>
              </a:rPr>
              <a:t>Laporan keuangan UMKM</a:t>
            </a:r>
          </a:p>
          <a:p>
            <a:pPr algn="l" marL="0" indent="0" lvl="0">
              <a:lnSpc>
                <a:spcPts val="7352"/>
              </a:lnSpc>
              <a:spcBef>
                <a:spcPct val="0"/>
              </a:spcBef>
            </a:pPr>
          </a:p>
        </p:txBody>
      </p:sp>
      <p:grpSp>
        <p:nvGrpSpPr>
          <p:cNvPr name="Group 16" id="16"/>
          <p:cNvGrpSpPr/>
          <p:nvPr/>
        </p:nvGrpSpPr>
        <p:grpSpPr>
          <a:xfrm rot="0">
            <a:off x="-663646" y="-268574"/>
            <a:ext cx="5539308" cy="10688754"/>
            <a:chOff x="0" y="0"/>
            <a:chExt cx="839945" cy="1620774"/>
          </a:xfrm>
        </p:grpSpPr>
        <p:sp>
          <p:nvSpPr>
            <p:cNvPr name="Freeform 17" id="17"/>
            <p:cNvSpPr/>
            <p:nvPr/>
          </p:nvSpPr>
          <p:spPr>
            <a:xfrm flipH="false" flipV="false" rot="0">
              <a:off x="0" y="0"/>
              <a:ext cx="839945" cy="1620774"/>
            </a:xfrm>
            <a:custGeom>
              <a:avLst/>
              <a:gdLst/>
              <a:ahLst/>
              <a:cxnLst/>
              <a:rect r="r" b="b" t="t" l="l"/>
              <a:pathLst>
                <a:path h="1620774" w="839945">
                  <a:moveTo>
                    <a:pt x="0" y="0"/>
                  </a:moveTo>
                  <a:lnTo>
                    <a:pt x="839945" y="0"/>
                  </a:lnTo>
                  <a:lnTo>
                    <a:pt x="839945" y="1620774"/>
                  </a:lnTo>
                  <a:lnTo>
                    <a:pt x="0" y="1620774"/>
                  </a:lnTo>
                  <a:close/>
                </a:path>
              </a:pathLst>
            </a:custGeom>
            <a:blipFill>
              <a:blip r:embed="rId5">
                <a:alphaModFix amt="40000"/>
              </a:blip>
              <a:stretch>
                <a:fillRect l="-3845" t="0" r="-3845" b="0"/>
              </a:stretch>
            </a:blipFill>
            <a:ln cap="sq">
              <a:noFill/>
              <a:prstDash val="solid"/>
              <a:miter/>
            </a:ln>
          </p:spPr>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320000"/>
        </a:solidFill>
      </p:bgPr>
    </p:bg>
    <p:spTree>
      <p:nvGrpSpPr>
        <p:cNvPr id="1" name=""/>
        <p:cNvGrpSpPr/>
        <p:nvPr/>
      </p:nvGrpSpPr>
      <p:grpSpPr>
        <a:xfrm>
          <a:off x="0" y="0"/>
          <a:ext cx="0" cy="0"/>
          <a:chOff x="0" y="0"/>
          <a:chExt cx="0" cy="0"/>
        </a:xfrm>
      </p:grpSpPr>
      <p:grpSp>
        <p:nvGrpSpPr>
          <p:cNvPr name="Group 2" id="2"/>
          <p:cNvGrpSpPr/>
          <p:nvPr/>
        </p:nvGrpSpPr>
        <p:grpSpPr>
          <a:xfrm rot="0">
            <a:off x="991217" y="-1107068"/>
            <a:ext cx="16240125" cy="11118486"/>
            <a:chOff x="0" y="0"/>
            <a:chExt cx="21653500" cy="14824648"/>
          </a:xfrm>
        </p:grpSpPr>
        <p:sp>
          <p:nvSpPr>
            <p:cNvPr name="AutoShape 3" id="3"/>
            <p:cNvSpPr/>
            <p:nvPr/>
          </p:nvSpPr>
          <p:spPr>
            <a:xfrm>
              <a:off x="63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4" id="4"/>
            <p:cNvSpPr/>
            <p:nvPr/>
          </p:nvSpPr>
          <p:spPr>
            <a:xfrm>
              <a:off x="72199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5" id="5"/>
            <p:cNvSpPr/>
            <p:nvPr/>
          </p:nvSpPr>
          <p:spPr>
            <a:xfrm>
              <a:off x="144335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6" id="6"/>
            <p:cNvSpPr/>
            <p:nvPr/>
          </p:nvSpPr>
          <p:spPr>
            <a:xfrm>
              <a:off x="216471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grpSp>
      <p:sp>
        <p:nvSpPr>
          <p:cNvPr name="Freeform 7" id="7"/>
          <p:cNvSpPr/>
          <p:nvPr/>
        </p:nvSpPr>
        <p:spPr>
          <a:xfrm flipH="false" flipV="false" rot="0">
            <a:off x="-1069008" y="-1373680"/>
            <a:ext cx="7209415" cy="7209415"/>
          </a:xfrm>
          <a:custGeom>
            <a:avLst/>
            <a:gdLst/>
            <a:ahLst/>
            <a:cxnLst/>
            <a:rect r="r" b="b" t="t" l="l"/>
            <a:pathLst>
              <a:path h="7209415" w="7209415">
                <a:moveTo>
                  <a:pt x="0" y="0"/>
                </a:moveTo>
                <a:lnTo>
                  <a:pt x="7209414" y="0"/>
                </a:lnTo>
                <a:lnTo>
                  <a:pt x="7209414" y="7209415"/>
                </a:lnTo>
                <a:lnTo>
                  <a:pt x="0" y="7209415"/>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6305222" y="146101"/>
            <a:ext cx="1251032" cy="1251032"/>
          </a:xfrm>
          <a:custGeom>
            <a:avLst/>
            <a:gdLst/>
            <a:ahLst/>
            <a:cxnLst/>
            <a:rect r="r" b="b" t="t" l="l"/>
            <a:pathLst>
              <a:path h="1251032" w="1251032">
                <a:moveTo>
                  <a:pt x="0" y="0"/>
                </a:moveTo>
                <a:lnTo>
                  <a:pt x="1251032" y="0"/>
                </a:lnTo>
                <a:lnTo>
                  <a:pt x="1251032" y="1251031"/>
                </a:lnTo>
                <a:lnTo>
                  <a:pt x="0" y="125103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9979062" y="8099454"/>
            <a:ext cx="7252280" cy="1911965"/>
          </a:xfrm>
          <a:custGeom>
            <a:avLst/>
            <a:gdLst/>
            <a:ahLst/>
            <a:cxnLst/>
            <a:rect r="r" b="b" t="t" l="l"/>
            <a:pathLst>
              <a:path h="1911965" w="7252280">
                <a:moveTo>
                  <a:pt x="0" y="0"/>
                </a:moveTo>
                <a:lnTo>
                  <a:pt x="7252280" y="0"/>
                </a:lnTo>
                <a:lnTo>
                  <a:pt x="7252280" y="1911965"/>
                </a:lnTo>
                <a:lnTo>
                  <a:pt x="0" y="1911965"/>
                </a:lnTo>
                <a:lnTo>
                  <a:pt x="0" y="0"/>
                </a:lnTo>
                <a:close/>
              </a:path>
            </a:pathLst>
          </a:custGeom>
          <a:blipFill>
            <a:blip r:embed="rId4"/>
            <a:stretch>
              <a:fillRect l="0" t="0" r="0" b="0"/>
            </a:stretch>
          </a:blipFill>
        </p:spPr>
      </p:sp>
      <p:sp>
        <p:nvSpPr>
          <p:cNvPr name="Freeform 10" id="10"/>
          <p:cNvSpPr/>
          <p:nvPr/>
        </p:nvSpPr>
        <p:spPr>
          <a:xfrm flipH="false" flipV="false" rot="0">
            <a:off x="9979062" y="6035218"/>
            <a:ext cx="7252280" cy="1911965"/>
          </a:xfrm>
          <a:custGeom>
            <a:avLst/>
            <a:gdLst/>
            <a:ahLst/>
            <a:cxnLst/>
            <a:rect r="r" b="b" t="t" l="l"/>
            <a:pathLst>
              <a:path h="1911965" w="7252280">
                <a:moveTo>
                  <a:pt x="0" y="0"/>
                </a:moveTo>
                <a:lnTo>
                  <a:pt x="7252280" y="0"/>
                </a:lnTo>
                <a:lnTo>
                  <a:pt x="7252280" y="1911965"/>
                </a:lnTo>
                <a:lnTo>
                  <a:pt x="0" y="1911965"/>
                </a:lnTo>
                <a:lnTo>
                  <a:pt x="0" y="0"/>
                </a:lnTo>
                <a:close/>
              </a:path>
            </a:pathLst>
          </a:custGeom>
          <a:blipFill>
            <a:blip r:embed="rId4"/>
            <a:stretch>
              <a:fillRect l="0" t="0" r="0" b="0"/>
            </a:stretch>
          </a:blipFill>
        </p:spPr>
      </p:sp>
      <p:sp>
        <p:nvSpPr>
          <p:cNvPr name="TextBox 11" id="11"/>
          <p:cNvSpPr txBox="true"/>
          <p:nvPr/>
        </p:nvSpPr>
        <p:spPr>
          <a:xfrm rot="0">
            <a:off x="1863762" y="1644782"/>
            <a:ext cx="16230600" cy="1009555"/>
          </a:xfrm>
          <a:prstGeom prst="rect">
            <a:avLst/>
          </a:prstGeom>
        </p:spPr>
        <p:txBody>
          <a:bodyPr anchor="t" rtlCol="false" tIns="0" lIns="0" bIns="0" rIns="0">
            <a:spAutoFit/>
          </a:bodyPr>
          <a:lstStyle/>
          <a:p>
            <a:pPr algn="just" marL="0" indent="0" lvl="0">
              <a:lnSpc>
                <a:spcPts val="7379"/>
              </a:lnSpc>
              <a:spcBef>
                <a:spcPct val="0"/>
              </a:spcBef>
            </a:pPr>
            <a:r>
              <a:rPr lang="en-US" b="true" sz="8291" spc="-480">
                <a:solidFill>
                  <a:srgbClr val="FFFFFF"/>
                </a:solidFill>
                <a:latin typeface="Bricolage Grotesque Bold"/>
                <a:ea typeface="Bricolage Grotesque Bold"/>
                <a:cs typeface="Bricolage Grotesque Bold"/>
                <a:sym typeface="Bricolage Grotesque Bold"/>
              </a:rPr>
              <a:t>METODOLOGI PENGEMBANGAN</a:t>
            </a:r>
          </a:p>
        </p:txBody>
      </p:sp>
      <p:grpSp>
        <p:nvGrpSpPr>
          <p:cNvPr name="Group 12" id="12"/>
          <p:cNvGrpSpPr/>
          <p:nvPr/>
        </p:nvGrpSpPr>
        <p:grpSpPr>
          <a:xfrm rot="0">
            <a:off x="1506166" y="3115056"/>
            <a:ext cx="15275668" cy="6592510"/>
            <a:chOff x="0" y="0"/>
            <a:chExt cx="5749802" cy="2481438"/>
          </a:xfrm>
        </p:grpSpPr>
        <p:sp>
          <p:nvSpPr>
            <p:cNvPr name="Freeform 13" id="13"/>
            <p:cNvSpPr/>
            <p:nvPr/>
          </p:nvSpPr>
          <p:spPr>
            <a:xfrm flipH="false" flipV="false" rot="0">
              <a:off x="0" y="0"/>
              <a:ext cx="5749802" cy="2481438"/>
            </a:xfrm>
            <a:custGeom>
              <a:avLst/>
              <a:gdLst/>
              <a:ahLst/>
              <a:cxnLst/>
              <a:rect r="r" b="b" t="t" l="l"/>
              <a:pathLst>
                <a:path h="2481438" w="5749802">
                  <a:moveTo>
                    <a:pt x="17738" y="0"/>
                  </a:moveTo>
                  <a:lnTo>
                    <a:pt x="5732064" y="0"/>
                  </a:lnTo>
                  <a:cubicBezTo>
                    <a:pt x="5736768" y="0"/>
                    <a:pt x="5741280" y="1869"/>
                    <a:pt x="5744607" y="5195"/>
                  </a:cubicBezTo>
                  <a:cubicBezTo>
                    <a:pt x="5747933" y="8522"/>
                    <a:pt x="5749802" y="13034"/>
                    <a:pt x="5749802" y="17738"/>
                  </a:cubicBezTo>
                  <a:lnTo>
                    <a:pt x="5749802" y="2463700"/>
                  </a:lnTo>
                  <a:cubicBezTo>
                    <a:pt x="5749802" y="2473497"/>
                    <a:pt x="5741860" y="2481438"/>
                    <a:pt x="5732064" y="2481438"/>
                  </a:cubicBezTo>
                  <a:lnTo>
                    <a:pt x="17738" y="2481438"/>
                  </a:lnTo>
                  <a:cubicBezTo>
                    <a:pt x="13034" y="2481438"/>
                    <a:pt x="8522" y="2479569"/>
                    <a:pt x="5195" y="2476243"/>
                  </a:cubicBezTo>
                  <a:cubicBezTo>
                    <a:pt x="1869" y="2472916"/>
                    <a:pt x="0" y="2468404"/>
                    <a:pt x="0" y="2463700"/>
                  </a:cubicBezTo>
                  <a:lnTo>
                    <a:pt x="0" y="17738"/>
                  </a:lnTo>
                  <a:cubicBezTo>
                    <a:pt x="0" y="13034"/>
                    <a:pt x="1869" y="8522"/>
                    <a:pt x="5195" y="5195"/>
                  </a:cubicBezTo>
                  <a:cubicBezTo>
                    <a:pt x="8522" y="1869"/>
                    <a:pt x="13034" y="0"/>
                    <a:pt x="17738" y="0"/>
                  </a:cubicBezTo>
                  <a:close/>
                </a:path>
              </a:pathLst>
            </a:custGeom>
            <a:gradFill rotWithShape="true">
              <a:gsLst>
                <a:gs pos="0">
                  <a:srgbClr val="FFFFFF">
                    <a:alpha val="10500"/>
                  </a:srgbClr>
                </a:gs>
                <a:gs pos="25000">
                  <a:srgbClr val="FFFFFF">
                    <a:alpha val="20000"/>
                  </a:srgbClr>
                </a:gs>
                <a:gs pos="50000">
                  <a:srgbClr val="FFFFFF">
                    <a:alpha val="10000"/>
                  </a:srgbClr>
                </a:gs>
                <a:gs pos="75000">
                  <a:srgbClr val="FFFFFF">
                    <a:alpha val="20000"/>
                  </a:srgbClr>
                </a:gs>
                <a:gs pos="100000">
                  <a:srgbClr val="FFFFFF">
                    <a:alpha val="10000"/>
                  </a:srgbClr>
                </a:gs>
              </a:gsLst>
              <a:lin ang="2700000"/>
            </a:gradFill>
            <a:ln w="19050"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sp>
          <p:nvSpPr>
            <p:cNvPr name="TextBox 14" id="14"/>
            <p:cNvSpPr txBox="true"/>
            <p:nvPr/>
          </p:nvSpPr>
          <p:spPr>
            <a:xfrm>
              <a:off x="0" y="76200"/>
              <a:ext cx="5749802" cy="2405238"/>
            </a:xfrm>
            <a:prstGeom prst="rect">
              <a:avLst/>
            </a:prstGeom>
          </p:spPr>
          <p:txBody>
            <a:bodyPr anchor="ctr" rtlCol="false" tIns="50800" lIns="50800" bIns="50800" rIns="50800"/>
            <a:lstStyle/>
            <a:p>
              <a:pPr algn="ctr" marL="0" indent="0" lvl="0">
                <a:lnSpc>
                  <a:spcPts val="2218"/>
                </a:lnSpc>
                <a:spcBef>
                  <a:spcPct val="0"/>
                </a:spcBef>
              </a:pPr>
            </a:p>
          </p:txBody>
        </p:sp>
      </p:grpSp>
      <p:sp>
        <p:nvSpPr>
          <p:cNvPr name="TextBox 15" id="15"/>
          <p:cNvSpPr txBox="true"/>
          <p:nvPr/>
        </p:nvSpPr>
        <p:spPr>
          <a:xfrm rot="0">
            <a:off x="2152597" y="3892319"/>
            <a:ext cx="13917365" cy="5018934"/>
          </a:xfrm>
          <a:prstGeom prst="rect">
            <a:avLst/>
          </a:prstGeom>
        </p:spPr>
        <p:txBody>
          <a:bodyPr anchor="t" rtlCol="false" tIns="0" lIns="0" bIns="0" rIns="0">
            <a:spAutoFit/>
          </a:bodyPr>
          <a:lstStyle/>
          <a:p>
            <a:pPr algn="just" marL="0" indent="0" lvl="0">
              <a:lnSpc>
                <a:spcPts val="5616"/>
              </a:lnSpc>
              <a:spcBef>
                <a:spcPct val="0"/>
              </a:spcBef>
            </a:pPr>
            <a:r>
              <a:rPr lang="en-US" sz="4492" spc="-134">
                <a:solidFill>
                  <a:srgbClr val="FFFFFF"/>
                </a:solidFill>
                <a:latin typeface="Open Sans 2"/>
                <a:ea typeface="Open Sans 2"/>
                <a:cs typeface="Open Sans 2"/>
                <a:sym typeface="Open Sans 2"/>
              </a:rPr>
              <a:t>Met</a:t>
            </a:r>
            <a:r>
              <a:rPr lang="en-US" sz="4492" spc="-134" strike="noStrike" u="none">
                <a:solidFill>
                  <a:srgbClr val="FFFFFF"/>
                </a:solidFill>
                <a:latin typeface="Open Sans 2"/>
                <a:ea typeface="Open Sans 2"/>
                <a:cs typeface="Open Sans 2"/>
                <a:sym typeface="Open Sans 2"/>
              </a:rPr>
              <a:t>ode pengembangan yang digunakan adalah Software Development Life Cycle (SDLC), yang terdiri dari:</a:t>
            </a:r>
          </a:p>
          <a:p>
            <a:pPr algn="just" marL="0" indent="0" lvl="0">
              <a:lnSpc>
                <a:spcPts val="5616"/>
              </a:lnSpc>
              <a:spcBef>
                <a:spcPct val="0"/>
              </a:spcBef>
            </a:pPr>
            <a:r>
              <a:rPr lang="en-US" sz="4492" spc="-134" strike="noStrike" u="none">
                <a:solidFill>
                  <a:srgbClr val="FFFFFF"/>
                </a:solidFill>
                <a:latin typeface="Open Sans 2"/>
                <a:ea typeface="Open Sans 2"/>
                <a:cs typeface="Open Sans 2"/>
                <a:sym typeface="Open Sans 2"/>
              </a:rPr>
              <a:t>Perencanaan, Analisis, Desain, Pengembangan, Pengujian, Implementasi, dan Pemeliharaan.</a:t>
            </a:r>
          </a:p>
          <a:p>
            <a:pPr algn="just" marL="0" indent="0" lvl="0">
              <a:lnSpc>
                <a:spcPts val="5925"/>
              </a:lnSpc>
              <a:spcBef>
                <a:spcPct val="0"/>
              </a:spcBef>
            </a:pPr>
            <a:r>
              <a:rPr lang="en-US" sz="4740" spc="-142" strike="noStrike" u="none">
                <a:solidFill>
                  <a:srgbClr val="FFFFFF"/>
                </a:solidFill>
                <a:latin typeface="Open Sans 2"/>
                <a:ea typeface="Open Sans 2"/>
                <a:cs typeface="Open Sans 2"/>
                <a:sym typeface="Open Sans 2"/>
              </a:rPr>
              <a:t>Metode ini dipilih karena memberikan </a:t>
            </a:r>
            <a:r>
              <a:rPr lang="en-US" sz="4740" spc="-142" strike="noStrike" u="none">
                <a:solidFill>
                  <a:srgbClr val="FFFFFF"/>
                </a:solidFill>
                <a:latin typeface="Open Sans 2"/>
                <a:ea typeface="Open Sans 2"/>
                <a:cs typeface="Open Sans 2"/>
                <a:sym typeface="Open Sans 2"/>
              </a:rPr>
              <a:t>al</a:t>
            </a:r>
            <a:r>
              <a:rPr lang="en-US" sz="4740" spc="-142" strike="noStrike" u="none">
                <a:solidFill>
                  <a:srgbClr val="FFFFFF"/>
                </a:solidFill>
                <a:latin typeface="Open Sans 2"/>
                <a:ea typeface="Open Sans 2"/>
                <a:cs typeface="Open Sans 2"/>
                <a:sym typeface="Open Sans 2"/>
              </a:rPr>
              <a:t>u</a:t>
            </a:r>
            <a:r>
              <a:rPr lang="en-US" sz="4740" spc="-142" strike="noStrike" u="none">
                <a:solidFill>
                  <a:srgbClr val="FFFFFF"/>
                </a:solidFill>
                <a:latin typeface="Open Sans 2"/>
                <a:ea typeface="Open Sans 2"/>
                <a:cs typeface="Open Sans 2"/>
                <a:sym typeface="Open Sans 2"/>
              </a:rPr>
              <a:t>r</a:t>
            </a:r>
            <a:r>
              <a:rPr lang="en-US" sz="4740" spc="-142" strike="noStrike" u="none">
                <a:solidFill>
                  <a:srgbClr val="FFFFFF"/>
                </a:solidFill>
                <a:latin typeface="Open Sans 2"/>
                <a:ea typeface="Open Sans 2"/>
                <a:cs typeface="Open Sans 2"/>
                <a:sym typeface="Open Sans 2"/>
              </a:rPr>
              <a:t> </a:t>
            </a:r>
            <a:r>
              <a:rPr lang="en-US" sz="4740" spc="-142" strike="noStrike" u="none">
                <a:solidFill>
                  <a:srgbClr val="FFFFFF"/>
                </a:solidFill>
                <a:latin typeface="Open Sans 2"/>
                <a:ea typeface="Open Sans 2"/>
                <a:cs typeface="Open Sans 2"/>
                <a:sym typeface="Open Sans 2"/>
              </a:rPr>
              <a:t>kerj</a:t>
            </a:r>
            <a:r>
              <a:rPr lang="en-US" sz="4740" spc="-142" strike="noStrike" u="none">
                <a:solidFill>
                  <a:srgbClr val="FFFFFF"/>
                </a:solidFill>
                <a:latin typeface="Open Sans 2"/>
                <a:ea typeface="Open Sans 2"/>
                <a:cs typeface="Open Sans 2"/>
                <a:sym typeface="Open Sans 2"/>
              </a:rPr>
              <a:t>a</a:t>
            </a:r>
            <a:r>
              <a:rPr lang="en-US" sz="4740" spc="-142" strike="noStrike" u="none">
                <a:solidFill>
                  <a:srgbClr val="FFFFFF"/>
                </a:solidFill>
                <a:latin typeface="Open Sans 2"/>
                <a:ea typeface="Open Sans 2"/>
                <a:cs typeface="Open Sans 2"/>
                <a:sym typeface="Open Sans 2"/>
              </a:rPr>
              <a:t> yang </a:t>
            </a:r>
            <a:r>
              <a:rPr lang="en-US" sz="4740" spc="-142" strike="noStrike" u="none">
                <a:solidFill>
                  <a:srgbClr val="FFFFFF"/>
                </a:solidFill>
                <a:latin typeface="Open Sans 2"/>
                <a:ea typeface="Open Sans 2"/>
                <a:cs typeface="Open Sans 2"/>
                <a:sym typeface="Open Sans 2"/>
              </a:rPr>
              <a:t>te</a:t>
            </a:r>
            <a:r>
              <a:rPr lang="en-US" sz="4740" spc="-142" strike="noStrike" u="none">
                <a:solidFill>
                  <a:srgbClr val="FFFFFF"/>
                </a:solidFill>
                <a:latin typeface="Open Sans 2"/>
                <a:ea typeface="Open Sans 2"/>
                <a:cs typeface="Open Sans 2"/>
                <a:sym typeface="Open Sans 2"/>
              </a:rPr>
              <a:t>rst</a:t>
            </a:r>
            <a:r>
              <a:rPr lang="en-US" sz="4740" spc="-142" strike="noStrike" u="none">
                <a:solidFill>
                  <a:srgbClr val="FFFFFF"/>
                </a:solidFill>
                <a:latin typeface="Open Sans 2"/>
                <a:ea typeface="Open Sans 2"/>
                <a:cs typeface="Open Sans 2"/>
                <a:sym typeface="Open Sans 2"/>
              </a:rPr>
              <a:t>ru</a:t>
            </a:r>
            <a:r>
              <a:rPr lang="en-US" sz="4740" spc="-142" strike="noStrike" u="none">
                <a:solidFill>
                  <a:srgbClr val="FFFFFF"/>
                </a:solidFill>
                <a:latin typeface="Open Sans 2"/>
                <a:ea typeface="Open Sans 2"/>
                <a:cs typeface="Open Sans 2"/>
                <a:sym typeface="Open Sans 2"/>
              </a:rPr>
              <a:t>ktu</a:t>
            </a:r>
            <a:r>
              <a:rPr lang="en-US" sz="4740" spc="-142" strike="noStrike" u="none">
                <a:solidFill>
                  <a:srgbClr val="FFFFFF"/>
                </a:solidFill>
                <a:latin typeface="Open Sans 2"/>
                <a:ea typeface="Open Sans 2"/>
                <a:cs typeface="Open Sans 2"/>
                <a:sym typeface="Open Sans 2"/>
              </a:rPr>
              <a:t>r d</a:t>
            </a:r>
            <a:r>
              <a:rPr lang="en-US" sz="4740" spc="-142" strike="noStrike" u="none">
                <a:solidFill>
                  <a:srgbClr val="FFFFFF"/>
                </a:solidFill>
                <a:latin typeface="Open Sans 2"/>
                <a:ea typeface="Open Sans 2"/>
                <a:cs typeface="Open Sans 2"/>
                <a:sym typeface="Open Sans 2"/>
              </a:rPr>
              <a:t>a</a:t>
            </a:r>
            <a:r>
              <a:rPr lang="en-US" sz="4740" spc="-142" strike="noStrike" u="none">
                <a:solidFill>
                  <a:srgbClr val="FFFFFF"/>
                </a:solidFill>
                <a:latin typeface="Open Sans 2"/>
                <a:ea typeface="Open Sans 2"/>
                <a:cs typeface="Open Sans 2"/>
                <a:sym typeface="Open Sans 2"/>
              </a:rPr>
              <a:t>n </a:t>
            </a:r>
            <a:r>
              <a:rPr lang="en-US" sz="4740" spc="-142" strike="noStrike" u="none">
                <a:solidFill>
                  <a:srgbClr val="FFFFFF"/>
                </a:solidFill>
                <a:latin typeface="Open Sans 2"/>
                <a:ea typeface="Open Sans 2"/>
                <a:cs typeface="Open Sans 2"/>
                <a:sym typeface="Open Sans 2"/>
              </a:rPr>
              <a:t>t</a:t>
            </a:r>
            <a:r>
              <a:rPr lang="en-US" sz="4740" spc="-142" strike="noStrike" u="none">
                <a:solidFill>
                  <a:srgbClr val="FFFFFF"/>
                </a:solidFill>
                <a:latin typeface="Open Sans 2"/>
                <a:ea typeface="Open Sans 2"/>
                <a:cs typeface="Open Sans 2"/>
                <a:sym typeface="Open Sans 2"/>
              </a:rPr>
              <a:t>erdo</a:t>
            </a:r>
            <a:r>
              <a:rPr lang="en-US" sz="4740" spc="-142" strike="noStrike" u="none">
                <a:solidFill>
                  <a:srgbClr val="FFFFFF"/>
                </a:solidFill>
                <a:latin typeface="Open Sans 2"/>
                <a:ea typeface="Open Sans 2"/>
                <a:cs typeface="Open Sans 2"/>
                <a:sym typeface="Open Sans 2"/>
              </a:rPr>
              <a:t>k</a:t>
            </a:r>
            <a:r>
              <a:rPr lang="en-US" sz="4740" spc="-142" strike="noStrike" u="none">
                <a:solidFill>
                  <a:srgbClr val="FFFFFF"/>
                </a:solidFill>
                <a:latin typeface="Open Sans 2"/>
                <a:ea typeface="Open Sans 2"/>
                <a:cs typeface="Open Sans 2"/>
                <a:sym typeface="Open Sans 2"/>
              </a:rPr>
              <a:t>u</a:t>
            </a:r>
            <a:r>
              <a:rPr lang="en-US" sz="4740" spc="-142" strike="noStrike" u="none">
                <a:solidFill>
                  <a:srgbClr val="FFFFFF"/>
                </a:solidFill>
                <a:latin typeface="Open Sans 2"/>
                <a:ea typeface="Open Sans 2"/>
                <a:cs typeface="Open Sans 2"/>
                <a:sym typeface="Open Sans 2"/>
              </a:rPr>
              <a:t>m</a:t>
            </a:r>
            <a:r>
              <a:rPr lang="en-US" sz="4740" spc="-142" strike="noStrike" u="none">
                <a:solidFill>
                  <a:srgbClr val="FFFFFF"/>
                </a:solidFill>
                <a:latin typeface="Open Sans 2"/>
                <a:ea typeface="Open Sans 2"/>
                <a:cs typeface="Open Sans 2"/>
                <a:sym typeface="Open Sans 2"/>
              </a:rPr>
              <a:t>e</a:t>
            </a:r>
            <a:r>
              <a:rPr lang="en-US" sz="4740" spc="-142" strike="noStrike" u="none">
                <a:solidFill>
                  <a:srgbClr val="FFFFFF"/>
                </a:solidFill>
                <a:latin typeface="Open Sans 2"/>
                <a:ea typeface="Open Sans 2"/>
                <a:cs typeface="Open Sans 2"/>
                <a:sym typeface="Open Sans 2"/>
              </a:rPr>
              <a:t>n</a:t>
            </a:r>
            <a:r>
              <a:rPr lang="en-US" sz="4740" spc="-142" strike="noStrike" u="none">
                <a:solidFill>
                  <a:srgbClr val="FFFFFF"/>
                </a:solidFill>
                <a:latin typeface="Open Sans 2"/>
                <a:ea typeface="Open Sans 2"/>
                <a:cs typeface="Open Sans 2"/>
                <a:sym typeface="Open Sans 2"/>
              </a:rPr>
              <a:t>t</a:t>
            </a:r>
            <a:r>
              <a:rPr lang="en-US" sz="4740" spc="-142" strike="noStrike" u="none">
                <a:solidFill>
                  <a:srgbClr val="FFFFFF"/>
                </a:solidFill>
                <a:latin typeface="Open Sans 2"/>
                <a:ea typeface="Open Sans 2"/>
                <a:cs typeface="Open Sans 2"/>
                <a:sym typeface="Open Sans 2"/>
              </a:rPr>
              <a:t>a</a:t>
            </a:r>
            <a:r>
              <a:rPr lang="en-US" sz="4740" spc="-142" strike="noStrike" u="none">
                <a:solidFill>
                  <a:srgbClr val="FFFFFF"/>
                </a:solidFill>
                <a:latin typeface="Open Sans 2"/>
                <a:ea typeface="Open Sans 2"/>
                <a:cs typeface="Open Sans 2"/>
                <a:sym typeface="Open Sans 2"/>
              </a:rPr>
              <a:t>si de</a:t>
            </a:r>
            <a:r>
              <a:rPr lang="en-US" sz="4740" spc="-142" strike="noStrike" u="none">
                <a:solidFill>
                  <a:srgbClr val="FFFFFF"/>
                </a:solidFill>
                <a:latin typeface="Open Sans 2"/>
                <a:ea typeface="Open Sans 2"/>
                <a:cs typeface="Open Sans 2"/>
                <a:sym typeface="Open Sans 2"/>
              </a:rPr>
              <a:t>ngan baik</a:t>
            </a:r>
            <a:r>
              <a:rPr lang="en-US" sz="4740" spc="-142" strike="noStrike" u="none">
                <a:solidFill>
                  <a:srgbClr val="FFFFFF"/>
                </a:solidFill>
                <a:latin typeface="Open Sans 2"/>
                <a:ea typeface="Open Sans 2"/>
                <a:cs typeface="Open Sans 2"/>
                <a:sym typeface="Open Sans 2"/>
              </a:rPr>
              <a:t>.</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320000"/>
        </a:solidFill>
      </p:bgPr>
    </p:bg>
    <p:spTree>
      <p:nvGrpSpPr>
        <p:cNvPr id="1" name=""/>
        <p:cNvGrpSpPr/>
        <p:nvPr/>
      </p:nvGrpSpPr>
      <p:grpSpPr>
        <a:xfrm>
          <a:off x="0" y="0"/>
          <a:ext cx="0" cy="0"/>
          <a:chOff x="0" y="0"/>
          <a:chExt cx="0" cy="0"/>
        </a:xfrm>
      </p:grpSpPr>
      <p:grpSp>
        <p:nvGrpSpPr>
          <p:cNvPr name="Group 2" id="2"/>
          <p:cNvGrpSpPr/>
          <p:nvPr/>
        </p:nvGrpSpPr>
        <p:grpSpPr>
          <a:xfrm rot="0">
            <a:off x="2787986" y="-831486"/>
            <a:ext cx="16240125" cy="11118486"/>
            <a:chOff x="0" y="0"/>
            <a:chExt cx="21653500" cy="14824648"/>
          </a:xfrm>
        </p:grpSpPr>
        <p:sp>
          <p:nvSpPr>
            <p:cNvPr name="AutoShape 3" id="3"/>
            <p:cNvSpPr/>
            <p:nvPr/>
          </p:nvSpPr>
          <p:spPr>
            <a:xfrm>
              <a:off x="63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4" id="4"/>
            <p:cNvSpPr/>
            <p:nvPr/>
          </p:nvSpPr>
          <p:spPr>
            <a:xfrm>
              <a:off x="72199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5" id="5"/>
            <p:cNvSpPr/>
            <p:nvPr/>
          </p:nvSpPr>
          <p:spPr>
            <a:xfrm>
              <a:off x="144335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6" id="6"/>
            <p:cNvSpPr/>
            <p:nvPr/>
          </p:nvSpPr>
          <p:spPr>
            <a:xfrm>
              <a:off x="216471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grpSp>
      <p:sp>
        <p:nvSpPr>
          <p:cNvPr name="Freeform 7" id="7"/>
          <p:cNvSpPr/>
          <p:nvPr/>
        </p:nvSpPr>
        <p:spPr>
          <a:xfrm flipH="false" flipV="false" rot="0">
            <a:off x="-1069008" y="-1373680"/>
            <a:ext cx="7209415" cy="7209415"/>
          </a:xfrm>
          <a:custGeom>
            <a:avLst/>
            <a:gdLst/>
            <a:ahLst/>
            <a:cxnLst/>
            <a:rect r="r" b="b" t="t" l="l"/>
            <a:pathLst>
              <a:path h="7209415" w="7209415">
                <a:moveTo>
                  <a:pt x="0" y="0"/>
                </a:moveTo>
                <a:lnTo>
                  <a:pt x="7209414" y="0"/>
                </a:lnTo>
                <a:lnTo>
                  <a:pt x="7209414" y="7209415"/>
                </a:lnTo>
                <a:lnTo>
                  <a:pt x="0" y="7209415"/>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6305222" y="146101"/>
            <a:ext cx="1251032" cy="1251032"/>
          </a:xfrm>
          <a:custGeom>
            <a:avLst/>
            <a:gdLst/>
            <a:ahLst/>
            <a:cxnLst/>
            <a:rect r="r" b="b" t="t" l="l"/>
            <a:pathLst>
              <a:path h="1251032" w="1251032">
                <a:moveTo>
                  <a:pt x="0" y="0"/>
                </a:moveTo>
                <a:lnTo>
                  <a:pt x="1251032" y="0"/>
                </a:lnTo>
                <a:lnTo>
                  <a:pt x="1251032" y="1251031"/>
                </a:lnTo>
                <a:lnTo>
                  <a:pt x="0" y="125103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019175" y="8675540"/>
            <a:ext cx="4420938" cy="1165520"/>
          </a:xfrm>
          <a:custGeom>
            <a:avLst/>
            <a:gdLst/>
            <a:ahLst/>
            <a:cxnLst/>
            <a:rect r="r" b="b" t="t" l="l"/>
            <a:pathLst>
              <a:path h="1165520" w="4420938">
                <a:moveTo>
                  <a:pt x="0" y="0"/>
                </a:moveTo>
                <a:lnTo>
                  <a:pt x="4420938" y="0"/>
                </a:lnTo>
                <a:lnTo>
                  <a:pt x="4420938" y="1165520"/>
                </a:lnTo>
                <a:lnTo>
                  <a:pt x="0" y="1165520"/>
                </a:lnTo>
                <a:lnTo>
                  <a:pt x="0" y="0"/>
                </a:lnTo>
                <a:close/>
              </a:path>
            </a:pathLst>
          </a:custGeom>
          <a:blipFill>
            <a:blip r:embed="rId4"/>
            <a:stretch>
              <a:fillRect l="0" t="0" r="0" b="0"/>
            </a:stretch>
          </a:blipFill>
        </p:spPr>
      </p:sp>
      <p:grpSp>
        <p:nvGrpSpPr>
          <p:cNvPr name="Group 10" id="10"/>
          <p:cNvGrpSpPr/>
          <p:nvPr/>
        </p:nvGrpSpPr>
        <p:grpSpPr>
          <a:xfrm rot="0">
            <a:off x="13580503" y="931205"/>
            <a:ext cx="4412821" cy="3461440"/>
            <a:chOff x="0" y="0"/>
            <a:chExt cx="812705" cy="637490"/>
          </a:xfrm>
        </p:grpSpPr>
        <p:sp>
          <p:nvSpPr>
            <p:cNvPr name="Freeform 11" id="11"/>
            <p:cNvSpPr/>
            <p:nvPr/>
          </p:nvSpPr>
          <p:spPr>
            <a:xfrm flipH="false" flipV="false" rot="0">
              <a:off x="0" y="0"/>
              <a:ext cx="812705" cy="637490"/>
            </a:xfrm>
            <a:custGeom>
              <a:avLst/>
              <a:gdLst/>
              <a:ahLst/>
              <a:cxnLst/>
              <a:rect r="r" b="b" t="t" l="l"/>
              <a:pathLst>
                <a:path h="637490" w="812705">
                  <a:moveTo>
                    <a:pt x="78949" y="0"/>
                  </a:moveTo>
                  <a:lnTo>
                    <a:pt x="733756" y="0"/>
                  </a:lnTo>
                  <a:cubicBezTo>
                    <a:pt x="777359" y="0"/>
                    <a:pt x="812705" y="35347"/>
                    <a:pt x="812705" y="78949"/>
                  </a:cubicBezTo>
                  <a:lnTo>
                    <a:pt x="812705" y="558542"/>
                  </a:lnTo>
                  <a:cubicBezTo>
                    <a:pt x="812705" y="602144"/>
                    <a:pt x="777359" y="637490"/>
                    <a:pt x="733756" y="637490"/>
                  </a:cubicBezTo>
                  <a:lnTo>
                    <a:pt x="78949" y="637490"/>
                  </a:lnTo>
                  <a:cubicBezTo>
                    <a:pt x="35347" y="637490"/>
                    <a:pt x="0" y="602144"/>
                    <a:pt x="0" y="558542"/>
                  </a:cubicBezTo>
                  <a:lnTo>
                    <a:pt x="0" y="78949"/>
                  </a:lnTo>
                  <a:cubicBezTo>
                    <a:pt x="0" y="35347"/>
                    <a:pt x="35347" y="0"/>
                    <a:pt x="78949" y="0"/>
                  </a:cubicBezTo>
                  <a:close/>
                </a:path>
              </a:pathLst>
            </a:custGeom>
            <a:blipFill>
              <a:blip r:embed="rId5"/>
              <a:stretch>
                <a:fillRect l="0" t="-45673" r="0" b="-45673"/>
              </a:stretch>
            </a:blipFill>
            <a:ln w="19050"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2" id="12"/>
          <p:cNvGrpSpPr/>
          <p:nvPr/>
        </p:nvGrpSpPr>
        <p:grpSpPr>
          <a:xfrm rot="0">
            <a:off x="14061707" y="5187125"/>
            <a:ext cx="3931616" cy="4071175"/>
            <a:chOff x="0" y="0"/>
            <a:chExt cx="812705" cy="841553"/>
          </a:xfrm>
        </p:grpSpPr>
        <p:sp>
          <p:nvSpPr>
            <p:cNvPr name="Freeform 13" id="13"/>
            <p:cNvSpPr/>
            <p:nvPr/>
          </p:nvSpPr>
          <p:spPr>
            <a:xfrm flipH="false" flipV="false" rot="0">
              <a:off x="0" y="0"/>
              <a:ext cx="812705" cy="841553"/>
            </a:xfrm>
            <a:custGeom>
              <a:avLst/>
              <a:gdLst/>
              <a:ahLst/>
              <a:cxnLst/>
              <a:rect r="r" b="b" t="t" l="l"/>
              <a:pathLst>
                <a:path h="841553" w="812705">
                  <a:moveTo>
                    <a:pt x="88611" y="0"/>
                  </a:moveTo>
                  <a:lnTo>
                    <a:pt x="724094" y="0"/>
                  </a:lnTo>
                  <a:cubicBezTo>
                    <a:pt x="773032" y="0"/>
                    <a:pt x="812705" y="39673"/>
                    <a:pt x="812705" y="88611"/>
                  </a:cubicBezTo>
                  <a:lnTo>
                    <a:pt x="812705" y="752942"/>
                  </a:lnTo>
                  <a:cubicBezTo>
                    <a:pt x="812705" y="801881"/>
                    <a:pt x="773032" y="841553"/>
                    <a:pt x="724094" y="841553"/>
                  </a:cubicBezTo>
                  <a:lnTo>
                    <a:pt x="88611" y="841553"/>
                  </a:lnTo>
                  <a:cubicBezTo>
                    <a:pt x="39673" y="841553"/>
                    <a:pt x="0" y="801881"/>
                    <a:pt x="0" y="752942"/>
                  </a:cubicBezTo>
                  <a:lnTo>
                    <a:pt x="0" y="88611"/>
                  </a:lnTo>
                  <a:cubicBezTo>
                    <a:pt x="0" y="39673"/>
                    <a:pt x="39673" y="0"/>
                    <a:pt x="88611" y="0"/>
                  </a:cubicBezTo>
                  <a:close/>
                </a:path>
              </a:pathLst>
            </a:custGeom>
            <a:blipFill>
              <a:blip r:embed="rId6"/>
              <a:stretch>
                <a:fillRect l="0" t="-22338" r="0" b="-22338"/>
              </a:stretch>
            </a:blipFill>
            <a:ln w="19050"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sp>
        <p:nvSpPr>
          <p:cNvPr name="Freeform 14" id="14"/>
          <p:cNvSpPr/>
          <p:nvPr/>
        </p:nvSpPr>
        <p:spPr>
          <a:xfrm flipH="false" flipV="false" rot="0">
            <a:off x="5706060" y="9258300"/>
            <a:ext cx="4420938" cy="582760"/>
          </a:xfrm>
          <a:custGeom>
            <a:avLst/>
            <a:gdLst/>
            <a:ahLst/>
            <a:cxnLst/>
            <a:rect r="r" b="b" t="t" l="l"/>
            <a:pathLst>
              <a:path h="582760" w="4420938">
                <a:moveTo>
                  <a:pt x="0" y="0"/>
                </a:moveTo>
                <a:lnTo>
                  <a:pt x="4420939" y="0"/>
                </a:lnTo>
                <a:lnTo>
                  <a:pt x="4420939" y="582760"/>
                </a:lnTo>
                <a:lnTo>
                  <a:pt x="0" y="582760"/>
                </a:lnTo>
                <a:lnTo>
                  <a:pt x="0" y="0"/>
                </a:lnTo>
                <a:close/>
              </a:path>
            </a:pathLst>
          </a:custGeom>
          <a:blipFill>
            <a:blip r:embed="rId4"/>
            <a:stretch>
              <a:fillRect l="0" t="-99999" r="0" b="0"/>
            </a:stretch>
          </a:blipFill>
        </p:spPr>
      </p:sp>
      <p:sp>
        <p:nvSpPr>
          <p:cNvPr name="Freeform 15" id="15"/>
          <p:cNvSpPr/>
          <p:nvPr/>
        </p:nvSpPr>
        <p:spPr>
          <a:xfrm flipH="false" flipV="false" rot="0">
            <a:off x="10392946" y="8675540"/>
            <a:ext cx="4420938" cy="1165520"/>
          </a:xfrm>
          <a:custGeom>
            <a:avLst/>
            <a:gdLst/>
            <a:ahLst/>
            <a:cxnLst/>
            <a:rect r="r" b="b" t="t" l="l"/>
            <a:pathLst>
              <a:path h="1165520" w="4420938">
                <a:moveTo>
                  <a:pt x="0" y="0"/>
                </a:moveTo>
                <a:lnTo>
                  <a:pt x="4420938" y="0"/>
                </a:lnTo>
                <a:lnTo>
                  <a:pt x="4420938" y="1165520"/>
                </a:lnTo>
                <a:lnTo>
                  <a:pt x="0" y="1165520"/>
                </a:lnTo>
                <a:lnTo>
                  <a:pt x="0" y="0"/>
                </a:lnTo>
                <a:close/>
              </a:path>
            </a:pathLst>
          </a:custGeom>
          <a:blipFill>
            <a:blip r:embed="rId4"/>
            <a:stretch>
              <a:fillRect l="0" t="0" r="0" b="0"/>
            </a:stretch>
          </a:blipFill>
        </p:spPr>
      </p:sp>
      <p:sp>
        <p:nvSpPr>
          <p:cNvPr name="TextBox 16" id="16"/>
          <p:cNvSpPr txBox="true"/>
          <p:nvPr/>
        </p:nvSpPr>
        <p:spPr>
          <a:xfrm rot="0">
            <a:off x="1138958" y="1181191"/>
            <a:ext cx="11954757" cy="2378728"/>
          </a:xfrm>
          <a:prstGeom prst="rect">
            <a:avLst/>
          </a:prstGeom>
        </p:spPr>
        <p:txBody>
          <a:bodyPr anchor="t" rtlCol="false" tIns="0" lIns="0" bIns="0" rIns="0">
            <a:spAutoFit/>
          </a:bodyPr>
          <a:lstStyle/>
          <a:p>
            <a:pPr algn="just">
              <a:lnSpc>
                <a:spcPts val="8810"/>
              </a:lnSpc>
            </a:pPr>
            <a:r>
              <a:rPr lang="en-US" b="true" sz="11012" spc="-638">
                <a:solidFill>
                  <a:srgbClr val="FFFFFF"/>
                </a:solidFill>
                <a:latin typeface="Bricolage Grotesque Bold"/>
                <a:ea typeface="Bricolage Grotesque Bold"/>
                <a:cs typeface="Bricolage Grotesque Bold"/>
                <a:sym typeface="Bricolage Grotesque Bold"/>
              </a:rPr>
              <a:t>GAMBARAN UMUM SISTEM</a:t>
            </a:r>
          </a:p>
        </p:txBody>
      </p:sp>
      <p:sp>
        <p:nvSpPr>
          <p:cNvPr name="TextBox 17" id="17"/>
          <p:cNvSpPr txBox="true"/>
          <p:nvPr/>
        </p:nvSpPr>
        <p:spPr>
          <a:xfrm rot="0">
            <a:off x="1138958" y="4419485"/>
            <a:ext cx="11674421" cy="2409924"/>
          </a:xfrm>
          <a:prstGeom prst="rect">
            <a:avLst/>
          </a:prstGeom>
        </p:spPr>
        <p:txBody>
          <a:bodyPr anchor="t" rtlCol="false" tIns="0" lIns="0" bIns="0" rIns="0">
            <a:spAutoFit/>
          </a:bodyPr>
          <a:lstStyle/>
          <a:p>
            <a:pPr algn="l" marL="0" indent="0" lvl="0">
              <a:lnSpc>
                <a:spcPts val="3849"/>
              </a:lnSpc>
              <a:spcBef>
                <a:spcPct val="0"/>
              </a:spcBef>
            </a:pPr>
            <a:r>
              <a:rPr lang="en-US" sz="3079" spc="-92">
                <a:solidFill>
                  <a:srgbClr val="FFFFFF"/>
                </a:solidFill>
                <a:latin typeface="Open Sans 2"/>
                <a:ea typeface="Open Sans 2"/>
                <a:cs typeface="Open Sans 2"/>
                <a:sym typeface="Open Sans 2"/>
              </a:rPr>
              <a:t>S</a:t>
            </a:r>
            <a:r>
              <a:rPr lang="en-US" sz="3079" spc="-92" strike="noStrike" u="none">
                <a:solidFill>
                  <a:srgbClr val="FFFFFF"/>
                </a:solidFill>
                <a:latin typeface="Open Sans 2"/>
                <a:ea typeface="Open Sans 2"/>
                <a:cs typeface="Open Sans 2"/>
                <a:sym typeface="Open Sans 2"/>
              </a:rPr>
              <a:t>istem yang dirancang berupa aplikasi mobile yang digunakan oleh:</a:t>
            </a:r>
          </a:p>
          <a:p>
            <a:pPr algn="l" marL="664875" indent="-332437" lvl="1">
              <a:lnSpc>
                <a:spcPts val="3849"/>
              </a:lnSpc>
              <a:spcBef>
                <a:spcPct val="0"/>
              </a:spcBef>
              <a:buFont typeface="Arial"/>
              <a:buChar char="•"/>
            </a:pPr>
            <a:r>
              <a:rPr lang="en-US" sz="3079" spc="-92" strike="noStrike" u="none">
                <a:solidFill>
                  <a:srgbClr val="FFFFFF"/>
                </a:solidFill>
                <a:latin typeface="Open Sans 2"/>
                <a:ea typeface="Open Sans 2"/>
                <a:cs typeface="Open Sans 2"/>
                <a:sym typeface="Open Sans 2"/>
              </a:rPr>
              <a:t>Pelanggan, untuk melakukan pemesanan dan pembayaran</a:t>
            </a:r>
          </a:p>
          <a:p>
            <a:pPr algn="l" marL="664875" indent="-332437" lvl="1">
              <a:lnSpc>
                <a:spcPts val="3849"/>
              </a:lnSpc>
              <a:spcBef>
                <a:spcPct val="0"/>
              </a:spcBef>
              <a:buFont typeface="Arial"/>
              <a:buChar char="•"/>
            </a:pPr>
            <a:r>
              <a:rPr lang="en-US" sz="3079" spc="-92" strike="noStrike" u="none">
                <a:solidFill>
                  <a:srgbClr val="FFFFFF"/>
                </a:solidFill>
                <a:latin typeface="Open Sans 2"/>
                <a:ea typeface="Open Sans 2"/>
                <a:cs typeface="Open Sans 2"/>
                <a:sym typeface="Open Sans 2"/>
              </a:rPr>
              <a:t>Admin (Pemilik UMKM), untuk mengelola produk, stok, pesanan, pembayaran, dan laporan</a:t>
            </a:r>
          </a:p>
          <a:p>
            <a:pPr algn="l" marL="0" indent="0" lvl="0">
              <a:lnSpc>
                <a:spcPts val="3849"/>
              </a:lnSpc>
              <a:spcBef>
                <a:spcPct val="0"/>
              </a:spcBef>
            </a:pPr>
          </a:p>
        </p:txBody>
      </p:sp>
      <p:sp>
        <p:nvSpPr>
          <p:cNvPr name="TextBox 18" id="18"/>
          <p:cNvSpPr txBox="true"/>
          <p:nvPr/>
        </p:nvSpPr>
        <p:spPr>
          <a:xfrm rot="0">
            <a:off x="1554185" y="7688974"/>
            <a:ext cx="3463712" cy="1237615"/>
          </a:xfrm>
          <a:prstGeom prst="rect">
            <a:avLst/>
          </a:prstGeom>
        </p:spPr>
        <p:txBody>
          <a:bodyPr anchor="t" rtlCol="false" tIns="0" lIns="0" bIns="0" rIns="0">
            <a:spAutoFit/>
          </a:bodyPr>
          <a:lstStyle/>
          <a:p>
            <a:pPr algn="l" marL="0" indent="0" lvl="0">
              <a:lnSpc>
                <a:spcPts val="2000"/>
              </a:lnSpc>
              <a:spcBef>
                <a:spcPct val="0"/>
              </a:spcBef>
            </a:pPr>
            <a:r>
              <a:rPr lang="en-US" sz="1600" i="true" spc="-48" strike="noStrike" u="none">
                <a:solidFill>
                  <a:srgbClr val="320000"/>
                </a:solidFill>
                <a:latin typeface="Open Sans 1 Italics"/>
                <a:ea typeface="Open Sans 1 Italics"/>
                <a:cs typeface="Open Sans 1 Italics"/>
                <a:sym typeface="Open Sans 1 Italics"/>
              </a:rPr>
              <a:t>Lorem ipsum dolor sit amet, consectetur adipiscing elit, sed do eiusmod tempor incididunt ut labore et dolore magna aliqua. Ut enim ad minim veniam, quis nostrud exercitation.</a:t>
            </a:r>
          </a:p>
        </p:txBody>
      </p:sp>
      <p:sp>
        <p:nvSpPr>
          <p:cNvPr name="TextBox 19" id="19"/>
          <p:cNvSpPr txBox="true"/>
          <p:nvPr/>
        </p:nvSpPr>
        <p:spPr>
          <a:xfrm rot="0">
            <a:off x="1554185" y="6613036"/>
            <a:ext cx="3361300" cy="868045"/>
          </a:xfrm>
          <a:prstGeom prst="rect">
            <a:avLst/>
          </a:prstGeom>
        </p:spPr>
        <p:txBody>
          <a:bodyPr anchor="t" rtlCol="false" tIns="0" lIns="0" bIns="0" rIns="0">
            <a:spAutoFit/>
          </a:bodyPr>
          <a:lstStyle/>
          <a:p>
            <a:pPr algn="l" marL="0" indent="0" lvl="0">
              <a:lnSpc>
                <a:spcPts val="3499"/>
              </a:lnSpc>
              <a:spcBef>
                <a:spcPct val="0"/>
              </a:spcBef>
            </a:pPr>
            <a:r>
              <a:rPr lang="en-US" b="true" sz="2799" spc="-83" strike="noStrike" u="none">
                <a:solidFill>
                  <a:srgbClr val="320000"/>
                </a:solidFill>
                <a:latin typeface="Open Sans 1 Bold"/>
                <a:ea typeface="Open Sans 1 Bold"/>
                <a:cs typeface="Open Sans 1 Bold"/>
                <a:sym typeface="Open Sans 1 Bold"/>
              </a:rPr>
              <a:t>Qualitative Methods</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320000"/>
        </a:solidFill>
      </p:bgPr>
    </p:bg>
    <p:spTree>
      <p:nvGrpSpPr>
        <p:cNvPr id="1" name=""/>
        <p:cNvGrpSpPr/>
        <p:nvPr/>
      </p:nvGrpSpPr>
      <p:grpSpPr>
        <a:xfrm>
          <a:off x="0" y="0"/>
          <a:ext cx="0" cy="0"/>
          <a:chOff x="0" y="0"/>
          <a:chExt cx="0" cy="0"/>
        </a:xfrm>
      </p:grpSpPr>
      <p:grpSp>
        <p:nvGrpSpPr>
          <p:cNvPr name="Group 2" id="2"/>
          <p:cNvGrpSpPr/>
          <p:nvPr/>
        </p:nvGrpSpPr>
        <p:grpSpPr>
          <a:xfrm rot="0">
            <a:off x="991217" y="-1107068"/>
            <a:ext cx="16240125" cy="11118486"/>
            <a:chOff x="0" y="0"/>
            <a:chExt cx="21653500" cy="14824648"/>
          </a:xfrm>
        </p:grpSpPr>
        <p:sp>
          <p:nvSpPr>
            <p:cNvPr name="AutoShape 3" id="3"/>
            <p:cNvSpPr/>
            <p:nvPr/>
          </p:nvSpPr>
          <p:spPr>
            <a:xfrm>
              <a:off x="63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4" id="4"/>
            <p:cNvSpPr/>
            <p:nvPr/>
          </p:nvSpPr>
          <p:spPr>
            <a:xfrm>
              <a:off x="72199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5" id="5"/>
            <p:cNvSpPr/>
            <p:nvPr/>
          </p:nvSpPr>
          <p:spPr>
            <a:xfrm>
              <a:off x="144335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6" id="6"/>
            <p:cNvSpPr/>
            <p:nvPr/>
          </p:nvSpPr>
          <p:spPr>
            <a:xfrm>
              <a:off x="216471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grpSp>
      <p:sp>
        <p:nvSpPr>
          <p:cNvPr name="Freeform 7" id="7"/>
          <p:cNvSpPr/>
          <p:nvPr/>
        </p:nvSpPr>
        <p:spPr>
          <a:xfrm flipH="false" flipV="false" rot="0">
            <a:off x="-1069008" y="-1373680"/>
            <a:ext cx="7209415" cy="7209415"/>
          </a:xfrm>
          <a:custGeom>
            <a:avLst/>
            <a:gdLst/>
            <a:ahLst/>
            <a:cxnLst/>
            <a:rect r="r" b="b" t="t" l="l"/>
            <a:pathLst>
              <a:path h="7209415" w="7209415">
                <a:moveTo>
                  <a:pt x="0" y="0"/>
                </a:moveTo>
                <a:lnTo>
                  <a:pt x="7209414" y="0"/>
                </a:lnTo>
                <a:lnTo>
                  <a:pt x="7209414" y="7209415"/>
                </a:lnTo>
                <a:lnTo>
                  <a:pt x="0" y="7209415"/>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6305222" y="146101"/>
            <a:ext cx="1251032" cy="1251032"/>
          </a:xfrm>
          <a:custGeom>
            <a:avLst/>
            <a:gdLst/>
            <a:ahLst/>
            <a:cxnLst/>
            <a:rect r="r" b="b" t="t" l="l"/>
            <a:pathLst>
              <a:path h="1251032" w="1251032">
                <a:moveTo>
                  <a:pt x="0" y="0"/>
                </a:moveTo>
                <a:lnTo>
                  <a:pt x="1251032" y="0"/>
                </a:lnTo>
                <a:lnTo>
                  <a:pt x="1251032" y="1251031"/>
                </a:lnTo>
                <a:lnTo>
                  <a:pt x="0" y="125103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9979062" y="8099454"/>
            <a:ext cx="7252280" cy="1911965"/>
          </a:xfrm>
          <a:custGeom>
            <a:avLst/>
            <a:gdLst/>
            <a:ahLst/>
            <a:cxnLst/>
            <a:rect r="r" b="b" t="t" l="l"/>
            <a:pathLst>
              <a:path h="1911965" w="7252280">
                <a:moveTo>
                  <a:pt x="0" y="0"/>
                </a:moveTo>
                <a:lnTo>
                  <a:pt x="7252280" y="0"/>
                </a:lnTo>
                <a:lnTo>
                  <a:pt x="7252280" y="1911965"/>
                </a:lnTo>
                <a:lnTo>
                  <a:pt x="0" y="1911965"/>
                </a:lnTo>
                <a:lnTo>
                  <a:pt x="0" y="0"/>
                </a:lnTo>
                <a:close/>
              </a:path>
            </a:pathLst>
          </a:custGeom>
          <a:blipFill>
            <a:blip r:embed="rId4"/>
            <a:stretch>
              <a:fillRect l="0" t="0" r="0" b="0"/>
            </a:stretch>
          </a:blipFill>
        </p:spPr>
      </p:sp>
      <p:sp>
        <p:nvSpPr>
          <p:cNvPr name="Freeform 10" id="10"/>
          <p:cNvSpPr/>
          <p:nvPr/>
        </p:nvSpPr>
        <p:spPr>
          <a:xfrm flipH="false" flipV="false" rot="0">
            <a:off x="9979062" y="6035218"/>
            <a:ext cx="7252280" cy="1911965"/>
          </a:xfrm>
          <a:custGeom>
            <a:avLst/>
            <a:gdLst/>
            <a:ahLst/>
            <a:cxnLst/>
            <a:rect r="r" b="b" t="t" l="l"/>
            <a:pathLst>
              <a:path h="1911965" w="7252280">
                <a:moveTo>
                  <a:pt x="0" y="0"/>
                </a:moveTo>
                <a:lnTo>
                  <a:pt x="7252280" y="0"/>
                </a:lnTo>
                <a:lnTo>
                  <a:pt x="7252280" y="1911965"/>
                </a:lnTo>
                <a:lnTo>
                  <a:pt x="0" y="1911965"/>
                </a:lnTo>
                <a:lnTo>
                  <a:pt x="0" y="0"/>
                </a:lnTo>
                <a:close/>
              </a:path>
            </a:pathLst>
          </a:custGeom>
          <a:blipFill>
            <a:blip r:embed="rId4"/>
            <a:stretch>
              <a:fillRect l="0" t="0" r="0" b="0"/>
            </a:stretch>
          </a:blipFill>
        </p:spPr>
      </p:sp>
      <p:sp>
        <p:nvSpPr>
          <p:cNvPr name="TextBox 11" id="11"/>
          <p:cNvSpPr txBox="true"/>
          <p:nvPr/>
        </p:nvSpPr>
        <p:spPr>
          <a:xfrm rot="0">
            <a:off x="1863762" y="1644782"/>
            <a:ext cx="16230600" cy="1009555"/>
          </a:xfrm>
          <a:prstGeom prst="rect">
            <a:avLst/>
          </a:prstGeom>
        </p:spPr>
        <p:txBody>
          <a:bodyPr anchor="t" rtlCol="false" tIns="0" lIns="0" bIns="0" rIns="0">
            <a:spAutoFit/>
          </a:bodyPr>
          <a:lstStyle/>
          <a:p>
            <a:pPr algn="just" marL="0" indent="0" lvl="0">
              <a:lnSpc>
                <a:spcPts val="7379"/>
              </a:lnSpc>
              <a:spcBef>
                <a:spcPct val="0"/>
              </a:spcBef>
            </a:pPr>
            <a:r>
              <a:rPr lang="en-US" b="true" sz="8291" spc="-480">
                <a:solidFill>
                  <a:srgbClr val="FFFFFF"/>
                </a:solidFill>
                <a:latin typeface="Bricolage Grotesque Bold"/>
                <a:ea typeface="Bricolage Grotesque Bold"/>
                <a:cs typeface="Bricolage Grotesque Bold"/>
                <a:sym typeface="Bricolage Grotesque Bold"/>
              </a:rPr>
              <a:t>MODUL UTAMA SISTEM</a:t>
            </a:r>
          </a:p>
        </p:txBody>
      </p:sp>
      <p:grpSp>
        <p:nvGrpSpPr>
          <p:cNvPr name="Group 12" id="12"/>
          <p:cNvGrpSpPr/>
          <p:nvPr/>
        </p:nvGrpSpPr>
        <p:grpSpPr>
          <a:xfrm rot="0">
            <a:off x="1506166" y="3115056"/>
            <a:ext cx="15275668" cy="6592510"/>
            <a:chOff x="0" y="0"/>
            <a:chExt cx="5749802" cy="2481438"/>
          </a:xfrm>
        </p:grpSpPr>
        <p:sp>
          <p:nvSpPr>
            <p:cNvPr name="Freeform 13" id="13"/>
            <p:cNvSpPr/>
            <p:nvPr/>
          </p:nvSpPr>
          <p:spPr>
            <a:xfrm flipH="false" flipV="false" rot="0">
              <a:off x="0" y="0"/>
              <a:ext cx="5749802" cy="2481438"/>
            </a:xfrm>
            <a:custGeom>
              <a:avLst/>
              <a:gdLst/>
              <a:ahLst/>
              <a:cxnLst/>
              <a:rect r="r" b="b" t="t" l="l"/>
              <a:pathLst>
                <a:path h="2481438" w="5749802">
                  <a:moveTo>
                    <a:pt x="17738" y="0"/>
                  </a:moveTo>
                  <a:lnTo>
                    <a:pt x="5732064" y="0"/>
                  </a:lnTo>
                  <a:cubicBezTo>
                    <a:pt x="5736768" y="0"/>
                    <a:pt x="5741280" y="1869"/>
                    <a:pt x="5744607" y="5195"/>
                  </a:cubicBezTo>
                  <a:cubicBezTo>
                    <a:pt x="5747933" y="8522"/>
                    <a:pt x="5749802" y="13034"/>
                    <a:pt x="5749802" y="17738"/>
                  </a:cubicBezTo>
                  <a:lnTo>
                    <a:pt x="5749802" y="2463700"/>
                  </a:lnTo>
                  <a:cubicBezTo>
                    <a:pt x="5749802" y="2473497"/>
                    <a:pt x="5741860" y="2481438"/>
                    <a:pt x="5732064" y="2481438"/>
                  </a:cubicBezTo>
                  <a:lnTo>
                    <a:pt x="17738" y="2481438"/>
                  </a:lnTo>
                  <a:cubicBezTo>
                    <a:pt x="13034" y="2481438"/>
                    <a:pt x="8522" y="2479569"/>
                    <a:pt x="5195" y="2476243"/>
                  </a:cubicBezTo>
                  <a:cubicBezTo>
                    <a:pt x="1869" y="2472916"/>
                    <a:pt x="0" y="2468404"/>
                    <a:pt x="0" y="2463700"/>
                  </a:cubicBezTo>
                  <a:lnTo>
                    <a:pt x="0" y="17738"/>
                  </a:lnTo>
                  <a:cubicBezTo>
                    <a:pt x="0" y="13034"/>
                    <a:pt x="1869" y="8522"/>
                    <a:pt x="5195" y="5195"/>
                  </a:cubicBezTo>
                  <a:cubicBezTo>
                    <a:pt x="8522" y="1869"/>
                    <a:pt x="13034" y="0"/>
                    <a:pt x="17738" y="0"/>
                  </a:cubicBezTo>
                  <a:close/>
                </a:path>
              </a:pathLst>
            </a:custGeom>
            <a:gradFill rotWithShape="true">
              <a:gsLst>
                <a:gs pos="0">
                  <a:srgbClr val="FFFFFF">
                    <a:alpha val="10500"/>
                  </a:srgbClr>
                </a:gs>
                <a:gs pos="25000">
                  <a:srgbClr val="FFFFFF">
                    <a:alpha val="20000"/>
                  </a:srgbClr>
                </a:gs>
                <a:gs pos="50000">
                  <a:srgbClr val="FFFFFF">
                    <a:alpha val="10000"/>
                  </a:srgbClr>
                </a:gs>
                <a:gs pos="75000">
                  <a:srgbClr val="FFFFFF">
                    <a:alpha val="20000"/>
                  </a:srgbClr>
                </a:gs>
                <a:gs pos="100000">
                  <a:srgbClr val="FFFFFF">
                    <a:alpha val="10000"/>
                  </a:srgbClr>
                </a:gs>
              </a:gsLst>
              <a:lin ang="2700000"/>
            </a:gradFill>
            <a:ln w="19050"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sp>
          <p:nvSpPr>
            <p:cNvPr name="TextBox 14" id="14"/>
            <p:cNvSpPr txBox="true"/>
            <p:nvPr/>
          </p:nvSpPr>
          <p:spPr>
            <a:xfrm>
              <a:off x="0" y="76200"/>
              <a:ext cx="5749802" cy="2405238"/>
            </a:xfrm>
            <a:prstGeom prst="rect">
              <a:avLst/>
            </a:prstGeom>
          </p:spPr>
          <p:txBody>
            <a:bodyPr anchor="ctr" rtlCol="false" tIns="50800" lIns="50800" bIns="50800" rIns="50800"/>
            <a:lstStyle/>
            <a:p>
              <a:pPr algn="ctr" marL="0" indent="0" lvl="0">
                <a:lnSpc>
                  <a:spcPts val="2218"/>
                </a:lnSpc>
                <a:spcBef>
                  <a:spcPct val="0"/>
                </a:spcBef>
              </a:pPr>
            </a:p>
          </p:txBody>
        </p:sp>
      </p:grpSp>
      <p:sp>
        <p:nvSpPr>
          <p:cNvPr name="TextBox 15" id="15"/>
          <p:cNvSpPr txBox="true"/>
          <p:nvPr/>
        </p:nvSpPr>
        <p:spPr>
          <a:xfrm rot="0">
            <a:off x="3020380" y="3582141"/>
            <a:ext cx="13917365" cy="5818399"/>
          </a:xfrm>
          <a:prstGeom prst="rect">
            <a:avLst/>
          </a:prstGeom>
        </p:spPr>
        <p:txBody>
          <a:bodyPr anchor="t" rtlCol="false" tIns="0" lIns="0" bIns="0" rIns="0">
            <a:spAutoFit/>
          </a:bodyPr>
          <a:lstStyle/>
          <a:p>
            <a:pPr algn="just" marL="0" indent="0" lvl="0">
              <a:lnSpc>
                <a:spcPts val="5741"/>
              </a:lnSpc>
              <a:spcBef>
                <a:spcPct val="0"/>
              </a:spcBef>
            </a:pPr>
            <a:r>
              <a:rPr lang="en-US" sz="4592" spc="-137">
                <a:solidFill>
                  <a:srgbClr val="FFFFFF"/>
                </a:solidFill>
                <a:latin typeface="Open Sans 2"/>
                <a:ea typeface="Open Sans 2"/>
                <a:cs typeface="Open Sans 2"/>
                <a:sym typeface="Open Sans 2"/>
              </a:rPr>
              <a:t>M</a:t>
            </a:r>
            <a:r>
              <a:rPr lang="en-US" sz="4592" spc="-137" strike="noStrike" u="none">
                <a:solidFill>
                  <a:srgbClr val="FFFFFF"/>
                </a:solidFill>
                <a:latin typeface="Open Sans 2"/>
                <a:ea typeface="Open Sans 2"/>
                <a:cs typeface="Open Sans 2"/>
                <a:sym typeface="Open Sans 2"/>
              </a:rPr>
              <a:t>odul utama dalam sistem meliputi:</a:t>
            </a:r>
          </a:p>
          <a:p>
            <a:pPr algn="just" marL="991616" indent="-495808" lvl="1">
              <a:lnSpc>
                <a:spcPts val="5741"/>
              </a:lnSpc>
              <a:spcBef>
                <a:spcPct val="0"/>
              </a:spcBef>
              <a:buFont typeface="Arial"/>
              <a:buChar char="•"/>
            </a:pPr>
            <a:r>
              <a:rPr lang="en-US" sz="4592" spc="-137" strike="noStrike" u="none">
                <a:solidFill>
                  <a:srgbClr val="FFFFFF"/>
                </a:solidFill>
                <a:latin typeface="Open Sans 2"/>
                <a:ea typeface="Open Sans 2"/>
                <a:cs typeface="Open Sans 2"/>
                <a:sym typeface="Open Sans 2"/>
              </a:rPr>
              <a:t>Modul Autentikasi</a:t>
            </a:r>
          </a:p>
          <a:p>
            <a:pPr algn="just" marL="991616" indent="-495808" lvl="1">
              <a:lnSpc>
                <a:spcPts val="5741"/>
              </a:lnSpc>
              <a:spcBef>
                <a:spcPct val="0"/>
              </a:spcBef>
              <a:buFont typeface="Arial"/>
              <a:buChar char="•"/>
            </a:pPr>
            <a:r>
              <a:rPr lang="en-US" sz="4592" spc="-137" strike="noStrike" u="none">
                <a:solidFill>
                  <a:srgbClr val="FFFFFF"/>
                </a:solidFill>
                <a:latin typeface="Open Sans 2"/>
                <a:ea typeface="Open Sans 2"/>
                <a:cs typeface="Open Sans 2"/>
                <a:sym typeface="Open Sans 2"/>
              </a:rPr>
              <a:t>Modul Pelanggan</a:t>
            </a:r>
          </a:p>
          <a:p>
            <a:pPr algn="just" marL="991616" indent="-495808" lvl="1">
              <a:lnSpc>
                <a:spcPts val="5741"/>
              </a:lnSpc>
              <a:spcBef>
                <a:spcPct val="0"/>
              </a:spcBef>
              <a:buFont typeface="Arial"/>
              <a:buChar char="•"/>
            </a:pPr>
            <a:r>
              <a:rPr lang="en-US" sz="4592" spc="-137" strike="noStrike" u="none">
                <a:solidFill>
                  <a:srgbClr val="FFFFFF"/>
                </a:solidFill>
                <a:latin typeface="Open Sans 2"/>
                <a:ea typeface="Open Sans 2"/>
                <a:cs typeface="Open Sans 2"/>
                <a:sym typeface="Open Sans 2"/>
              </a:rPr>
              <a:t>Modul Produk</a:t>
            </a:r>
          </a:p>
          <a:p>
            <a:pPr algn="just" marL="991616" indent="-495808" lvl="1">
              <a:lnSpc>
                <a:spcPts val="5741"/>
              </a:lnSpc>
              <a:spcBef>
                <a:spcPct val="0"/>
              </a:spcBef>
              <a:buFont typeface="Arial"/>
              <a:buChar char="•"/>
            </a:pPr>
            <a:r>
              <a:rPr lang="en-US" sz="4592" spc="-137" strike="noStrike" u="none">
                <a:solidFill>
                  <a:srgbClr val="FFFFFF"/>
                </a:solidFill>
                <a:latin typeface="Open Sans 2"/>
                <a:ea typeface="Open Sans 2"/>
                <a:cs typeface="Open Sans 2"/>
                <a:sym typeface="Open Sans 2"/>
              </a:rPr>
              <a:t>Modul Pemesanan</a:t>
            </a:r>
          </a:p>
          <a:p>
            <a:pPr algn="just" marL="991616" indent="-495808" lvl="1">
              <a:lnSpc>
                <a:spcPts val="5741"/>
              </a:lnSpc>
              <a:spcBef>
                <a:spcPct val="0"/>
              </a:spcBef>
              <a:buFont typeface="Arial"/>
              <a:buChar char="•"/>
            </a:pPr>
            <a:r>
              <a:rPr lang="en-US" sz="4592" spc="-137" strike="noStrike" u="none">
                <a:solidFill>
                  <a:srgbClr val="FFFFFF"/>
                </a:solidFill>
                <a:latin typeface="Open Sans 2"/>
                <a:ea typeface="Open Sans 2"/>
                <a:cs typeface="Open Sans 2"/>
                <a:sym typeface="Open Sans 2"/>
              </a:rPr>
              <a:t>Modul Pembayaran</a:t>
            </a:r>
          </a:p>
          <a:p>
            <a:pPr algn="just" marL="991616" indent="-495808" lvl="1">
              <a:lnSpc>
                <a:spcPts val="5741"/>
              </a:lnSpc>
              <a:spcBef>
                <a:spcPct val="0"/>
              </a:spcBef>
              <a:buFont typeface="Arial"/>
              <a:buChar char="•"/>
            </a:pPr>
            <a:r>
              <a:rPr lang="en-US" sz="4592" spc="-137" strike="noStrike" u="none">
                <a:solidFill>
                  <a:srgbClr val="FFFFFF"/>
                </a:solidFill>
                <a:latin typeface="Open Sans 2"/>
                <a:ea typeface="Open Sans 2"/>
                <a:cs typeface="Open Sans 2"/>
                <a:sym typeface="Open Sans 2"/>
              </a:rPr>
              <a:t>Modul La</a:t>
            </a:r>
            <a:r>
              <a:rPr lang="en-US" sz="4592" spc="-137" strike="noStrike" u="none">
                <a:solidFill>
                  <a:srgbClr val="FFFFFF"/>
                </a:solidFill>
                <a:latin typeface="Open Sans 2"/>
                <a:ea typeface="Open Sans 2"/>
                <a:cs typeface="Open Sans 2"/>
                <a:sym typeface="Open Sans 2"/>
              </a:rPr>
              <a:t>po</a:t>
            </a:r>
            <a:r>
              <a:rPr lang="en-US" sz="4592" spc="-137" strike="noStrike" u="none">
                <a:solidFill>
                  <a:srgbClr val="FFFFFF"/>
                </a:solidFill>
                <a:latin typeface="Open Sans 2"/>
                <a:ea typeface="Open Sans 2"/>
                <a:cs typeface="Open Sans 2"/>
                <a:sym typeface="Open Sans 2"/>
              </a:rPr>
              <a:t>ran </a:t>
            </a:r>
            <a:r>
              <a:rPr lang="en-US" sz="4592" spc="-137" strike="noStrike" u="none">
                <a:solidFill>
                  <a:srgbClr val="FFFFFF"/>
                </a:solidFill>
                <a:latin typeface="Open Sans 2"/>
                <a:ea typeface="Open Sans 2"/>
                <a:cs typeface="Open Sans 2"/>
                <a:sym typeface="Open Sans 2"/>
              </a:rPr>
              <a:t>P</a:t>
            </a:r>
            <a:r>
              <a:rPr lang="en-US" sz="4592" spc="-137" strike="noStrike" u="none">
                <a:solidFill>
                  <a:srgbClr val="FFFFFF"/>
                </a:solidFill>
                <a:latin typeface="Open Sans 2"/>
                <a:ea typeface="Open Sans 2"/>
                <a:cs typeface="Open Sans 2"/>
                <a:sym typeface="Open Sans 2"/>
              </a:rPr>
              <a:t>enjua</a:t>
            </a:r>
            <a:r>
              <a:rPr lang="en-US" sz="4592" spc="-137" strike="noStrike" u="none">
                <a:solidFill>
                  <a:srgbClr val="FFFFFF"/>
                </a:solidFill>
                <a:latin typeface="Open Sans 2"/>
                <a:ea typeface="Open Sans 2"/>
                <a:cs typeface="Open Sans 2"/>
                <a:sym typeface="Open Sans 2"/>
              </a:rPr>
              <a:t>l</a:t>
            </a:r>
            <a:r>
              <a:rPr lang="en-US" sz="4592" spc="-137" strike="noStrike" u="none">
                <a:solidFill>
                  <a:srgbClr val="FFFFFF"/>
                </a:solidFill>
                <a:latin typeface="Open Sans 2"/>
                <a:ea typeface="Open Sans 2"/>
                <a:cs typeface="Open Sans 2"/>
                <a:sym typeface="Open Sans 2"/>
              </a:rPr>
              <a:t>an</a:t>
            </a:r>
          </a:p>
          <a:p>
            <a:pPr algn="just" marL="0" indent="0" lvl="0">
              <a:lnSpc>
                <a:spcPts val="6050"/>
              </a:lnSpc>
              <a:spcBef>
                <a:spcPct val="0"/>
              </a:spcBef>
            </a:pP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320000"/>
        </a:solidFill>
      </p:bgPr>
    </p:bg>
    <p:spTree>
      <p:nvGrpSpPr>
        <p:cNvPr id="1" name=""/>
        <p:cNvGrpSpPr/>
        <p:nvPr/>
      </p:nvGrpSpPr>
      <p:grpSpPr>
        <a:xfrm>
          <a:off x="0" y="0"/>
          <a:ext cx="0" cy="0"/>
          <a:chOff x="0" y="0"/>
          <a:chExt cx="0" cy="0"/>
        </a:xfrm>
      </p:grpSpPr>
      <p:grpSp>
        <p:nvGrpSpPr>
          <p:cNvPr name="Group 2" id="2"/>
          <p:cNvGrpSpPr/>
          <p:nvPr/>
        </p:nvGrpSpPr>
        <p:grpSpPr>
          <a:xfrm rot="0">
            <a:off x="1019175" y="-448043"/>
            <a:ext cx="16240125" cy="11118486"/>
            <a:chOff x="0" y="0"/>
            <a:chExt cx="21653500" cy="14824648"/>
          </a:xfrm>
        </p:grpSpPr>
        <p:sp>
          <p:nvSpPr>
            <p:cNvPr name="AutoShape 3" id="3"/>
            <p:cNvSpPr/>
            <p:nvPr/>
          </p:nvSpPr>
          <p:spPr>
            <a:xfrm>
              <a:off x="63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4" id="4"/>
            <p:cNvSpPr/>
            <p:nvPr/>
          </p:nvSpPr>
          <p:spPr>
            <a:xfrm>
              <a:off x="72199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5" id="5"/>
            <p:cNvSpPr/>
            <p:nvPr/>
          </p:nvSpPr>
          <p:spPr>
            <a:xfrm>
              <a:off x="144335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6" id="6"/>
            <p:cNvSpPr/>
            <p:nvPr/>
          </p:nvSpPr>
          <p:spPr>
            <a:xfrm>
              <a:off x="216471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grpSp>
      <p:sp>
        <p:nvSpPr>
          <p:cNvPr name="Freeform 7" id="7"/>
          <p:cNvSpPr/>
          <p:nvPr/>
        </p:nvSpPr>
        <p:spPr>
          <a:xfrm flipH="false" flipV="false" rot="0">
            <a:off x="6305222" y="146101"/>
            <a:ext cx="1251032" cy="1251032"/>
          </a:xfrm>
          <a:custGeom>
            <a:avLst/>
            <a:gdLst/>
            <a:ahLst/>
            <a:cxnLst/>
            <a:rect r="r" b="b" t="t" l="l"/>
            <a:pathLst>
              <a:path h="1251032" w="1251032">
                <a:moveTo>
                  <a:pt x="0" y="0"/>
                </a:moveTo>
                <a:lnTo>
                  <a:pt x="1251032" y="0"/>
                </a:lnTo>
                <a:lnTo>
                  <a:pt x="1251032" y="1251031"/>
                </a:lnTo>
                <a:lnTo>
                  <a:pt x="0" y="125103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4584154" y="9085272"/>
            <a:ext cx="2758837" cy="568275"/>
          </a:xfrm>
          <a:custGeom>
            <a:avLst/>
            <a:gdLst/>
            <a:ahLst/>
            <a:cxnLst/>
            <a:rect r="r" b="b" t="t" l="l"/>
            <a:pathLst>
              <a:path h="568275" w="2758837">
                <a:moveTo>
                  <a:pt x="0" y="0"/>
                </a:moveTo>
                <a:lnTo>
                  <a:pt x="2758837" y="0"/>
                </a:lnTo>
                <a:lnTo>
                  <a:pt x="2758837" y="568274"/>
                </a:lnTo>
                <a:lnTo>
                  <a:pt x="0" y="568274"/>
                </a:lnTo>
                <a:lnTo>
                  <a:pt x="0" y="0"/>
                </a:lnTo>
                <a:close/>
              </a:path>
            </a:pathLst>
          </a:custGeom>
          <a:blipFill>
            <a:blip r:embed="rId4"/>
            <a:stretch>
              <a:fillRect l="0" t="-20329" r="0" b="-7659"/>
            </a:stretch>
          </a:blipFill>
        </p:spPr>
      </p:sp>
      <p:sp>
        <p:nvSpPr>
          <p:cNvPr name="Freeform 9" id="9"/>
          <p:cNvSpPr/>
          <p:nvPr/>
        </p:nvSpPr>
        <p:spPr>
          <a:xfrm flipH="false" flipV="false" rot="0">
            <a:off x="1249629" y="9085272"/>
            <a:ext cx="2758837" cy="568275"/>
          </a:xfrm>
          <a:custGeom>
            <a:avLst/>
            <a:gdLst/>
            <a:ahLst/>
            <a:cxnLst/>
            <a:rect r="r" b="b" t="t" l="l"/>
            <a:pathLst>
              <a:path h="568275" w="2758837">
                <a:moveTo>
                  <a:pt x="0" y="0"/>
                </a:moveTo>
                <a:lnTo>
                  <a:pt x="2758838" y="0"/>
                </a:lnTo>
                <a:lnTo>
                  <a:pt x="2758838" y="568274"/>
                </a:lnTo>
                <a:lnTo>
                  <a:pt x="0" y="568274"/>
                </a:lnTo>
                <a:lnTo>
                  <a:pt x="0" y="0"/>
                </a:lnTo>
                <a:close/>
              </a:path>
            </a:pathLst>
          </a:custGeom>
          <a:blipFill>
            <a:blip r:embed="rId4"/>
            <a:stretch>
              <a:fillRect l="0" t="-20329" r="0" b="-7659"/>
            </a:stretch>
          </a:blipFill>
        </p:spPr>
      </p:sp>
      <p:sp>
        <p:nvSpPr>
          <p:cNvPr name="Freeform 10" id="10"/>
          <p:cNvSpPr/>
          <p:nvPr/>
        </p:nvSpPr>
        <p:spPr>
          <a:xfrm flipH="false" flipV="false" rot="0">
            <a:off x="7952113" y="9085272"/>
            <a:ext cx="2775554" cy="571718"/>
          </a:xfrm>
          <a:custGeom>
            <a:avLst/>
            <a:gdLst/>
            <a:ahLst/>
            <a:cxnLst/>
            <a:rect r="r" b="b" t="t" l="l"/>
            <a:pathLst>
              <a:path h="571718" w="2775554">
                <a:moveTo>
                  <a:pt x="0" y="0"/>
                </a:moveTo>
                <a:lnTo>
                  <a:pt x="2775554" y="0"/>
                </a:lnTo>
                <a:lnTo>
                  <a:pt x="2775554" y="571718"/>
                </a:lnTo>
                <a:lnTo>
                  <a:pt x="0" y="571718"/>
                </a:lnTo>
                <a:lnTo>
                  <a:pt x="0" y="0"/>
                </a:lnTo>
                <a:close/>
              </a:path>
            </a:pathLst>
          </a:custGeom>
          <a:blipFill>
            <a:blip r:embed="rId4"/>
            <a:stretch>
              <a:fillRect l="0" t="-20329" r="0" b="-7659"/>
            </a:stretch>
          </a:blipFill>
        </p:spPr>
      </p:sp>
      <p:grpSp>
        <p:nvGrpSpPr>
          <p:cNvPr name="Group 11" id="11"/>
          <p:cNvGrpSpPr/>
          <p:nvPr/>
        </p:nvGrpSpPr>
        <p:grpSpPr>
          <a:xfrm rot="0">
            <a:off x="808007" y="1908254"/>
            <a:ext cx="3311131" cy="8071510"/>
            <a:chOff x="0" y="0"/>
            <a:chExt cx="461708" cy="1125500"/>
          </a:xfrm>
        </p:grpSpPr>
        <p:sp>
          <p:nvSpPr>
            <p:cNvPr name="Freeform 12" id="12"/>
            <p:cNvSpPr/>
            <p:nvPr/>
          </p:nvSpPr>
          <p:spPr>
            <a:xfrm flipH="false" flipV="false" rot="0">
              <a:off x="0" y="0"/>
              <a:ext cx="461708" cy="1125500"/>
            </a:xfrm>
            <a:custGeom>
              <a:avLst/>
              <a:gdLst/>
              <a:ahLst/>
              <a:cxnLst/>
              <a:rect r="r" b="b" t="t" l="l"/>
              <a:pathLst>
                <a:path h="1125500" w="461708">
                  <a:moveTo>
                    <a:pt x="81835" y="0"/>
                  </a:moveTo>
                  <a:lnTo>
                    <a:pt x="379873" y="0"/>
                  </a:lnTo>
                  <a:cubicBezTo>
                    <a:pt x="425069" y="0"/>
                    <a:pt x="461708" y="36639"/>
                    <a:pt x="461708" y="81835"/>
                  </a:cubicBezTo>
                  <a:lnTo>
                    <a:pt x="461708" y="1043665"/>
                  </a:lnTo>
                  <a:cubicBezTo>
                    <a:pt x="461708" y="1088862"/>
                    <a:pt x="425069" y="1125500"/>
                    <a:pt x="379873" y="1125500"/>
                  </a:cubicBezTo>
                  <a:lnTo>
                    <a:pt x="81835" y="1125500"/>
                  </a:lnTo>
                  <a:cubicBezTo>
                    <a:pt x="36639" y="1125500"/>
                    <a:pt x="0" y="1088862"/>
                    <a:pt x="0" y="1043665"/>
                  </a:cubicBezTo>
                  <a:lnTo>
                    <a:pt x="0" y="81835"/>
                  </a:lnTo>
                  <a:cubicBezTo>
                    <a:pt x="0" y="36639"/>
                    <a:pt x="36639" y="0"/>
                    <a:pt x="81835" y="0"/>
                  </a:cubicBezTo>
                  <a:close/>
                </a:path>
              </a:pathLst>
            </a:custGeom>
            <a:blipFill>
              <a:blip r:embed="rId5"/>
              <a:stretch>
                <a:fillRect l="-6789" t="0" r="-6789" b="0"/>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3" id="13"/>
          <p:cNvGrpSpPr/>
          <p:nvPr/>
        </p:nvGrpSpPr>
        <p:grpSpPr>
          <a:xfrm rot="0">
            <a:off x="5104534" y="1908254"/>
            <a:ext cx="3312667" cy="8071510"/>
            <a:chOff x="0" y="0"/>
            <a:chExt cx="461708" cy="1124978"/>
          </a:xfrm>
        </p:grpSpPr>
        <p:sp>
          <p:nvSpPr>
            <p:cNvPr name="Freeform 14" id="14"/>
            <p:cNvSpPr/>
            <p:nvPr/>
          </p:nvSpPr>
          <p:spPr>
            <a:xfrm flipH="false" flipV="false" rot="0">
              <a:off x="0" y="0"/>
              <a:ext cx="461708" cy="1124978"/>
            </a:xfrm>
            <a:custGeom>
              <a:avLst/>
              <a:gdLst/>
              <a:ahLst/>
              <a:cxnLst/>
              <a:rect r="r" b="b" t="t" l="l"/>
              <a:pathLst>
                <a:path h="1124978" w="461708">
                  <a:moveTo>
                    <a:pt x="81797" y="0"/>
                  </a:moveTo>
                  <a:lnTo>
                    <a:pt x="379910" y="0"/>
                  </a:lnTo>
                  <a:cubicBezTo>
                    <a:pt x="401604" y="0"/>
                    <a:pt x="422410" y="8618"/>
                    <a:pt x="437750" y="23958"/>
                  </a:cubicBezTo>
                  <a:cubicBezTo>
                    <a:pt x="453090" y="39298"/>
                    <a:pt x="461708" y="60103"/>
                    <a:pt x="461708" y="81797"/>
                  </a:cubicBezTo>
                  <a:lnTo>
                    <a:pt x="461708" y="1043181"/>
                  </a:lnTo>
                  <a:cubicBezTo>
                    <a:pt x="461708" y="1064875"/>
                    <a:pt x="453090" y="1085681"/>
                    <a:pt x="437750" y="1101021"/>
                  </a:cubicBezTo>
                  <a:cubicBezTo>
                    <a:pt x="422410" y="1116361"/>
                    <a:pt x="401604" y="1124978"/>
                    <a:pt x="379910" y="1124978"/>
                  </a:cubicBezTo>
                  <a:lnTo>
                    <a:pt x="81797" y="1124978"/>
                  </a:lnTo>
                  <a:cubicBezTo>
                    <a:pt x="60103" y="1124978"/>
                    <a:pt x="39298" y="1116361"/>
                    <a:pt x="23958" y="1101021"/>
                  </a:cubicBezTo>
                  <a:cubicBezTo>
                    <a:pt x="8618" y="1085681"/>
                    <a:pt x="0" y="1064875"/>
                    <a:pt x="0" y="1043181"/>
                  </a:cubicBezTo>
                  <a:lnTo>
                    <a:pt x="0" y="81797"/>
                  </a:lnTo>
                  <a:cubicBezTo>
                    <a:pt x="0" y="60103"/>
                    <a:pt x="8618" y="39298"/>
                    <a:pt x="23958" y="23958"/>
                  </a:cubicBezTo>
                  <a:cubicBezTo>
                    <a:pt x="39298" y="8618"/>
                    <a:pt x="60103" y="0"/>
                    <a:pt x="81797" y="0"/>
                  </a:cubicBezTo>
                  <a:close/>
                </a:path>
              </a:pathLst>
            </a:custGeom>
            <a:blipFill>
              <a:blip r:embed="rId6"/>
              <a:stretch>
                <a:fillRect l="-2695" t="-8041" r="-1433" b="-1872"/>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5" id="15"/>
          <p:cNvGrpSpPr/>
          <p:nvPr/>
        </p:nvGrpSpPr>
        <p:grpSpPr>
          <a:xfrm rot="0">
            <a:off x="9517090" y="1906627"/>
            <a:ext cx="3312667" cy="8073137"/>
            <a:chOff x="0" y="0"/>
            <a:chExt cx="461708" cy="1125205"/>
          </a:xfrm>
        </p:grpSpPr>
        <p:sp>
          <p:nvSpPr>
            <p:cNvPr name="Freeform 16" id="16"/>
            <p:cNvSpPr/>
            <p:nvPr/>
          </p:nvSpPr>
          <p:spPr>
            <a:xfrm flipH="false" flipV="false" rot="0">
              <a:off x="0" y="0"/>
              <a:ext cx="461708" cy="1125205"/>
            </a:xfrm>
            <a:custGeom>
              <a:avLst/>
              <a:gdLst/>
              <a:ahLst/>
              <a:cxnLst/>
              <a:rect r="r" b="b" t="t" l="l"/>
              <a:pathLst>
                <a:path h="1125205" w="461708">
                  <a:moveTo>
                    <a:pt x="81797" y="0"/>
                  </a:moveTo>
                  <a:lnTo>
                    <a:pt x="379910" y="0"/>
                  </a:lnTo>
                  <a:cubicBezTo>
                    <a:pt x="401604" y="0"/>
                    <a:pt x="422410" y="8618"/>
                    <a:pt x="437750" y="23958"/>
                  </a:cubicBezTo>
                  <a:cubicBezTo>
                    <a:pt x="453090" y="39298"/>
                    <a:pt x="461708" y="60103"/>
                    <a:pt x="461708" y="81797"/>
                  </a:cubicBezTo>
                  <a:lnTo>
                    <a:pt x="461708" y="1043408"/>
                  </a:lnTo>
                  <a:cubicBezTo>
                    <a:pt x="461708" y="1065102"/>
                    <a:pt x="453090" y="1085907"/>
                    <a:pt x="437750" y="1101247"/>
                  </a:cubicBezTo>
                  <a:cubicBezTo>
                    <a:pt x="422410" y="1116587"/>
                    <a:pt x="401604" y="1125205"/>
                    <a:pt x="379910" y="1125205"/>
                  </a:cubicBezTo>
                  <a:lnTo>
                    <a:pt x="81797" y="1125205"/>
                  </a:lnTo>
                  <a:cubicBezTo>
                    <a:pt x="60103" y="1125205"/>
                    <a:pt x="39298" y="1116587"/>
                    <a:pt x="23958" y="1101247"/>
                  </a:cubicBezTo>
                  <a:cubicBezTo>
                    <a:pt x="8618" y="1085907"/>
                    <a:pt x="0" y="1065102"/>
                    <a:pt x="0" y="1043408"/>
                  </a:cubicBezTo>
                  <a:lnTo>
                    <a:pt x="0" y="81797"/>
                  </a:lnTo>
                  <a:cubicBezTo>
                    <a:pt x="0" y="60103"/>
                    <a:pt x="8618" y="39298"/>
                    <a:pt x="23958" y="23958"/>
                  </a:cubicBezTo>
                  <a:cubicBezTo>
                    <a:pt x="39298" y="8618"/>
                    <a:pt x="60103" y="0"/>
                    <a:pt x="81797" y="0"/>
                  </a:cubicBezTo>
                  <a:close/>
                </a:path>
              </a:pathLst>
            </a:custGeom>
            <a:blipFill>
              <a:blip r:embed="rId7"/>
              <a:stretch>
                <a:fillRect l="0" t="-1291" r="0" b="-1291"/>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7" id="17"/>
          <p:cNvGrpSpPr/>
          <p:nvPr/>
        </p:nvGrpSpPr>
        <p:grpSpPr>
          <a:xfrm rot="0">
            <a:off x="13927556" y="1908254"/>
            <a:ext cx="3311131" cy="8071510"/>
            <a:chOff x="0" y="0"/>
            <a:chExt cx="461708" cy="1125500"/>
          </a:xfrm>
        </p:grpSpPr>
        <p:sp>
          <p:nvSpPr>
            <p:cNvPr name="Freeform 18" id="18"/>
            <p:cNvSpPr/>
            <p:nvPr/>
          </p:nvSpPr>
          <p:spPr>
            <a:xfrm flipH="false" flipV="false" rot="0">
              <a:off x="0" y="0"/>
              <a:ext cx="461708" cy="1125500"/>
            </a:xfrm>
            <a:custGeom>
              <a:avLst/>
              <a:gdLst/>
              <a:ahLst/>
              <a:cxnLst/>
              <a:rect r="r" b="b" t="t" l="l"/>
              <a:pathLst>
                <a:path h="1125500" w="461708">
                  <a:moveTo>
                    <a:pt x="81835" y="0"/>
                  </a:moveTo>
                  <a:lnTo>
                    <a:pt x="379873" y="0"/>
                  </a:lnTo>
                  <a:cubicBezTo>
                    <a:pt x="425069" y="0"/>
                    <a:pt x="461708" y="36639"/>
                    <a:pt x="461708" y="81835"/>
                  </a:cubicBezTo>
                  <a:lnTo>
                    <a:pt x="461708" y="1043665"/>
                  </a:lnTo>
                  <a:cubicBezTo>
                    <a:pt x="461708" y="1088862"/>
                    <a:pt x="425069" y="1125500"/>
                    <a:pt x="379873" y="1125500"/>
                  </a:cubicBezTo>
                  <a:lnTo>
                    <a:pt x="81835" y="1125500"/>
                  </a:lnTo>
                  <a:cubicBezTo>
                    <a:pt x="36639" y="1125500"/>
                    <a:pt x="0" y="1088862"/>
                    <a:pt x="0" y="1043665"/>
                  </a:cubicBezTo>
                  <a:lnTo>
                    <a:pt x="0" y="81835"/>
                  </a:lnTo>
                  <a:cubicBezTo>
                    <a:pt x="0" y="36639"/>
                    <a:pt x="36639" y="0"/>
                    <a:pt x="81835" y="0"/>
                  </a:cubicBezTo>
                  <a:close/>
                </a:path>
              </a:pathLst>
            </a:custGeom>
            <a:blipFill>
              <a:blip r:embed="rId8"/>
              <a:stretch>
                <a:fillRect l="-8647" t="0" r="-8647" b="0"/>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sp>
        <p:nvSpPr>
          <p:cNvPr name="TextBox 19" id="19"/>
          <p:cNvSpPr txBox="true"/>
          <p:nvPr/>
        </p:nvSpPr>
        <p:spPr>
          <a:xfrm rot="0">
            <a:off x="1285077" y="1163677"/>
            <a:ext cx="2356991"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Splash Screen</a:t>
            </a:r>
          </a:p>
        </p:txBody>
      </p:sp>
      <p:sp>
        <p:nvSpPr>
          <p:cNvPr name="TextBox 20" id="20"/>
          <p:cNvSpPr txBox="true"/>
          <p:nvPr/>
        </p:nvSpPr>
        <p:spPr>
          <a:xfrm rot="0">
            <a:off x="15062446" y="1163677"/>
            <a:ext cx="1041350"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Daftar</a:t>
            </a:r>
          </a:p>
        </p:txBody>
      </p:sp>
      <p:sp>
        <p:nvSpPr>
          <p:cNvPr name="TextBox 21" id="21"/>
          <p:cNvSpPr txBox="true"/>
          <p:nvPr/>
        </p:nvSpPr>
        <p:spPr>
          <a:xfrm rot="0">
            <a:off x="9226826" y="1163677"/>
            <a:ext cx="3893195"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Kategori (belum masuk)</a:t>
            </a:r>
          </a:p>
        </p:txBody>
      </p:sp>
      <p:sp>
        <p:nvSpPr>
          <p:cNvPr name="TextBox 22" id="22"/>
          <p:cNvSpPr txBox="true"/>
          <p:nvPr/>
        </p:nvSpPr>
        <p:spPr>
          <a:xfrm rot="0">
            <a:off x="5937756" y="1163677"/>
            <a:ext cx="1405235"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Beranda</a:t>
            </a:r>
          </a:p>
        </p:txBody>
      </p:sp>
      <p:sp>
        <p:nvSpPr>
          <p:cNvPr name="TextBox 23" id="23"/>
          <p:cNvSpPr txBox="true"/>
          <p:nvPr/>
        </p:nvSpPr>
        <p:spPr>
          <a:xfrm rot="0">
            <a:off x="5815718" y="274676"/>
            <a:ext cx="6647038" cy="688976"/>
          </a:xfrm>
          <a:prstGeom prst="rect">
            <a:avLst/>
          </a:prstGeom>
        </p:spPr>
        <p:txBody>
          <a:bodyPr anchor="t" rtlCol="false" tIns="0" lIns="0" bIns="0" rIns="0">
            <a:spAutoFit/>
          </a:bodyPr>
          <a:lstStyle/>
          <a:p>
            <a:pPr algn="ctr">
              <a:lnSpc>
                <a:spcPts val="5599"/>
              </a:lnSpc>
              <a:spcBef>
                <a:spcPct val="0"/>
              </a:spcBef>
            </a:pPr>
            <a:r>
              <a:rPr lang="en-US" sz="3999" spc="-231">
                <a:solidFill>
                  <a:srgbClr val="FFFFFF"/>
                </a:solidFill>
                <a:latin typeface="Higuen Elegant Serif"/>
                <a:ea typeface="Higuen Elegant Serif"/>
                <a:cs typeface="Higuen Elegant Serif"/>
                <a:sym typeface="Higuen Elegant Serif"/>
              </a:rPr>
              <a:t>Dashboard Pelanggan</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320000"/>
        </a:solidFill>
      </p:bgPr>
    </p:bg>
    <p:spTree>
      <p:nvGrpSpPr>
        <p:cNvPr id="1" name=""/>
        <p:cNvGrpSpPr/>
        <p:nvPr/>
      </p:nvGrpSpPr>
      <p:grpSpPr>
        <a:xfrm>
          <a:off x="0" y="0"/>
          <a:ext cx="0" cy="0"/>
          <a:chOff x="0" y="0"/>
          <a:chExt cx="0" cy="0"/>
        </a:xfrm>
      </p:grpSpPr>
      <p:grpSp>
        <p:nvGrpSpPr>
          <p:cNvPr name="Group 2" id="2"/>
          <p:cNvGrpSpPr/>
          <p:nvPr/>
        </p:nvGrpSpPr>
        <p:grpSpPr>
          <a:xfrm rot="0">
            <a:off x="1019175" y="-448043"/>
            <a:ext cx="16240125" cy="11118486"/>
            <a:chOff x="0" y="0"/>
            <a:chExt cx="21653500" cy="14824648"/>
          </a:xfrm>
        </p:grpSpPr>
        <p:sp>
          <p:nvSpPr>
            <p:cNvPr name="AutoShape 3" id="3"/>
            <p:cNvSpPr/>
            <p:nvPr/>
          </p:nvSpPr>
          <p:spPr>
            <a:xfrm>
              <a:off x="63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4" id="4"/>
            <p:cNvSpPr/>
            <p:nvPr/>
          </p:nvSpPr>
          <p:spPr>
            <a:xfrm>
              <a:off x="72199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5" id="5"/>
            <p:cNvSpPr/>
            <p:nvPr/>
          </p:nvSpPr>
          <p:spPr>
            <a:xfrm>
              <a:off x="144335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6" id="6"/>
            <p:cNvSpPr/>
            <p:nvPr/>
          </p:nvSpPr>
          <p:spPr>
            <a:xfrm>
              <a:off x="216471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grpSp>
      <p:sp>
        <p:nvSpPr>
          <p:cNvPr name="Freeform 7" id="7"/>
          <p:cNvSpPr/>
          <p:nvPr/>
        </p:nvSpPr>
        <p:spPr>
          <a:xfrm flipH="false" flipV="false" rot="0">
            <a:off x="-1069008" y="-1373680"/>
            <a:ext cx="7209415" cy="7209415"/>
          </a:xfrm>
          <a:custGeom>
            <a:avLst/>
            <a:gdLst/>
            <a:ahLst/>
            <a:cxnLst/>
            <a:rect r="r" b="b" t="t" l="l"/>
            <a:pathLst>
              <a:path h="7209415" w="7209415">
                <a:moveTo>
                  <a:pt x="0" y="0"/>
                </a:moveTo>
                <a:lnTo>
                  <a:pt x="7209414" y="0"/>
                </a:lnTo>
                <a:lnTo>
                  <a:pt x="7209414" y="7209415"/>
                </a:lnTo>
                <a:lnTo>
                  <a:pt x="0" y="7209415"/>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6305222" y="146101"/>
            <a:ext cx="1251032" cy="1251032"/>
          </a:xfrm>
          <a:custGeom>
            <a:avLst/>
            <a:gdLst/>
            <a:ahLst/>
            <a:cxnLst/>
            <a:rect r="r" b="b" t="t" l="l"/>
            <a:pathLst>
              <a:path h="1251032" w="1251032">
                <a:moveTo>
                  <a:pt x="0" y="0"/>
                </a:moveTo>
                <a:lnTo>
                  <a:pt x="1251032" y="0"/>
                </a:lnTo>
                <a:lnTo>
                  <a:pt x="1251032" y="1251031"/>
                </a:lnTo>
                <a:lnTo>
                  <a:pt x="0" y="125103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4584154" y="9085272"/>
            <a:ext cx="2758837" cy="568275"/>
          </a:xfrm>
          <a:custGeom>
            <a:avLst/>
            <a:gdLst/>
            <a:ahLst/>
            <a:cxnLst/>
            <a:rect r="r" b="b" t="t" l="l"/>
            <a:pathLst>
              <a:path h="568275" w="2758837">
                <a:moveTo>
                  <a:pt x="0" y="0"/>
                </a:moveTo>
                <a:lnTo>
                  <a:pt x="2758837" y="0"/>
                </a:lnTo>
                <a:lnTo>
                  <a:pt x="2758837" y="568274"/>
                </a:lnTo>
                <a:lnTo>
                  <a:pt x="0" y="568274"/>
                </a:lnTo>
                <a:lnTo>
                  <a:pt x="0" y="0"/>
                </a:lnTo>
                <a:close/>
              </a:path>
            </a:pathLst>
          </a:custGeom>
          <a:blipFill>
            <a:blip r:embed="rId4"/>
            <a:stretch>
              <a:fillRect l="0" t="-20329" r="0" b="-7659"/>
            </a:stretch>
          </a:blipFill>
        </p:spPr>
      </p:sp>
      <p:sp>
        <p:nvSpPr>
          <p:cNvPr name="Freeform 10" id="10"/>
          <p:cNvSpPr/>
          <p:nvPr/>
        </p:nvSpPr>
        <p:spPr>
          <a:xfrm flipH="false" flipV="false" rot="0">
            <a:off x="1249629" y="9085272"/>
            <a:ext cx="2758837" cy="568275"/>
          </a:xfrm>
          <a:custGeom>
            <a:avLst/>
            <a:gdLst/>
            <a:ahLst/>
            <a:cxnLst/>
            <a:rect r="r" b="b" t="t" l="l"/>
            <a:pathLst>
              <a:path h="568275" w="2758837">
                <a:moveTo>
                  <a:pt x="0" y="0"/>
                </a:moveTo>
                <a:lnTo>
                  <a:pt x="2758838" y="0"/>
                </a:lnTo>
                <a:lnTo>
                  <a:pt x="2758838" y="568274"/>
                </a:lnTo>
                <a:lnTo>
                  <a:pt x="0" y="568274"/>
                </a:lnTo>
                <a:lnTo>
                  <a:pt x="0" y="0"/>
                </a:lnTo>
                <a:close/>
              </a:path>
            </a:pathLst>
          </a:custGeom>
          <a:blipFill>
            <a:blip r:embed="rId4"/>
            <a:stretch>
              <a:fillRect l="0" t="-20329" r="0" b="-7659"/>
            </a:stretch>
          </a:blipFill>
        </p:spPr>
      </p:sp>
      <p:sp>
        <p:nvSpPr>
          <p:cNvPr name="Freeform 11" id="11"/>
          <p:cNvSpPr/>
          <p:nvPr/>
        </p:nvSpPr>
        <p:spPr>
          <a:xfrm flipH="false" flipV="false" rot="0">
            <a:off x="7952113" y="9085272"/>
            <a:ext cx="2775554" cy="571718"/>
          </a:xfrm>
          <a:custGeom>
            <a:avLst/>
            <a:gdLst/>
            <a:ahLst/>
            <a:cxnLst/>
            <a:rect r="r" b="b" t="t" l="l"/>
            <a:pathLst>
              <a:path h="571718" w="2775554">
                <a:moveTo>
                  <a:pt x="0" y="0"/>
                </a:moveTo>
                <a:lnTo>
                  <a:pt x="2775554" y="0"/>
                </a:lnTo>
                <a:lnTo>
                  <a:pt x="2775554" y="571718"/>
                </a:lnTo>
                <a:lnTo>
                  <a:pt x="0" y="571718"/>
                </a:lnTo>
                <a:lnTo>
                  <a:pt x="0" y="0"/>
                </a:lnTo>
                <a:close/>
              </a:path>
            </a:pathLst>
          </a:custGeom>
          <a:blipFill>
            <a:blip r:embed="rId4"/>
            <a:stretch>
              <a:fillRect l="0" t="-20329" r="0" b="-7659"/>
            </a:stretch>
          </a:blipFill>
        </p:spPr>
      </p:sp>
      <p:grpSp>
        <p:nvGrpSpPr>
          <p:cNvPr name="Group 12" id="12"/>
          <p:cNvGrpSpPr/>
          <p:nvPr/>
        </p:nvGrpSpPr>
        <p:grpSpPr>
          <a:xfrm rot="0">
            <a:off x="808007" y="2231027"/>
            <a:ext cx="3311131" cy="7422519"/>
            <a:chOff x="0" y="0"/>
            <a:chExt cx="461708" cy="1035004"/>
          </a:xfrm>
        </p:grpSpPr>
        <p:sp>
          <p:nvSpPr>
            <p:cNvPr name="Freeform 13" id="13"/>
            <p:cNvSpPr/>
            <p:nvPr/>
          </p:nvSpPr>
          <p:spPr>
            <a:xfrm flipH="false" flipV="false" rot="0">
              <a:off x="0" y="0"/>
              <a:ext cx="461708" cy="1035004"/>
            </a:xfrm>
            <a:custGeom>
              <a:avLst/>
              <a:gdLst/>
              <a:ahLst/>
              <a:cxnLst/>
              <a:rect r="r" b="b" t="t" l="l"/>
              <a:pathLst>
                <a:path h="1035004" w="461708">
                  <a:moveTo>
                    <a:pt x="81835" y="0"/>
                  </a:moveTo>
                  <a:lnTo>
                    <a:pt x="379873" y="0"/>
                  </a:lnTo>
                  <a:cubicBezTo>
                    <a:pt x="425069" y="0"/>
                    <a:pt x="461708" y="36639"/>
                    <a:pt x="461708" y="81835"/>
                  </a:cubicBezTo>
                  <a:lnTo>
                    <a:pt x="461708" y="953169"/>
                  </a:lnTo>
                  <a:cubicBezTo>
                    <a:pt x="461708" y="974873"/>
                    <a:pt x="453086" y="995688"/>
                    <a:pt x="437739" y="1011035"/>
                  </a:cubicBezTo>
                  <a:cubicBezTo>
                    <a:pt x="422392" y="1026383"/>
                    <a:pt x="401577" y="1035004"/>
                    <a:pt x="379873" y="1035004"/>
                  </a:cubicBezTo>
                  <a:lnTo>
                    <a:pt x="81835" y="1035004"/>
                  </a:lnTo>
                  <a:cubicBezTo>
                    <a:pt x="36639" y="1035004"/>
                    <a:pt x="0" y="998366"/>
                    <a:pt x="0" y="953169"/>
                  </a:cubicBezTo>
                  <a:lnTo>
                    <a:pt x="0" y="81835"/>
                  </a:lnTo>
                  <a:cubicBezTo>
                    <a:pt x="0" y="36639"/>
                    <a:pt x="36639" y="0"/>
                    <a:pt x="81835" y="0"/>
                  </a:cubicBezTo>
                  <a:close/>
                </a:path>
              </a:pathLst>
            </a:custGeom>
            <a:blipFill>
              <a:blip r:embed="rId5"/>
              <a:stretch>
                <a:fillRect l="-3140" t="0" r="-3140" b="0"/>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4" id="14"/>
          <p:cNvGrpSpPr/>
          <p:nvPr/>
        </p:nvGrpSpPr>
        <p:grpSpPr>
          <a:xfrm rot="0">
            <a:off x="5108161" y="2231027"/>
            <a:ext cx="3312667" cy="7425963"/>
            <a:chOff x="0" y="0"/>
            <a:chExt cx="461708" cy="1035004"/>
          </a:xfrm>
        </p:grpSpPr>
        <p:sp>
          <p:nvSpPr>
            <p:cNvPr name="Freeform 15" id="15"/>
            <p:cNvSpPr/>
            <p:nvPr/>
          </p:nvSpPr>
          <p:spPr>
            <a:xfrm flipH="false" flipV="false" rot="0">
              <a:off x="0" y="0"/>
              <a:ext cx="461708" cy="1035004"/>
            </a:xfrm>
            <a:custGeom>
              <a:avLst/>
              <a:gdLst/>
              <a:ahLst/>
              <a:cxnLst/>
              <a:rect r="r" b="b" t="t" l="l"/>
              <a:pathLst>
                <a:path h="1035004" w="461708">
                  <a:moveTo>
                    <a:pt x="81797" y="0"/>
                  </a:moveTo>
                  <a:lnTo>
                    <a:pt x="379910" y="0"/>
                  </a:lnTo>
                  <a:cubicBezTo>
                    <a:pt x="401604" y="0"/>
                    <a:pt x="422410" y="8618"/>
                    <a:pt x="437750" y="23958"/>
                  </a:cubicBezTo>
                  <a:cubicBezTo>
                    <a:pt x="453090" y="39298"/>
                    <a:pt x="461708" y="60103"/>
                    <a:pt x="461708" y="81797"/>
                  </a:cubicBezTo>
                  <a:lnTo>
                    <a:pt x="461708" y="953207"/>
                  </a:lnTo>
                  <a:cubicBezTo>
                    <a:pt x="461708" y="974901"/>
                    <a:pt x="453090" y="995707"/>
                    <a:pt x="437750" y="1011047"/>
                  </a:cubicBezTo>
                  <a:cubicBezTo>
                    <a:pt x="422410" y="1026386"/>
                    <a:pt x="401604" y="1035004"/>
                    <a:pt x="379910" y="1035004"/>
                  </a:cubicBezTo>
                  <a:lnTo>
                    <a:pt x="81797" y="1035004"/>
                  </a:lnTo>
                  <a:cubicBezTo>
                    <a:pt x="60103" y="1035004"/>
                    <a:pt x="39298" y="1026386"/>
                    <a:pt x="23958" y="1011047"/>
                  </a:cubicBezTo>
                  <a:cubicBezTo>
                    <a:pt x="8618" y="995707"/>
                    <a:pt x="0" y="974901"/>
                    <a:pt x="0" y="953207"/>
                  </a:cubicBezTo>
                  <a:lnTo>
                    <a:pt x="0" y="81797"/>
                  </a:lnTo>
                  <a:cubicBezTo>
                    <a:pt x="0" y="60103"/>
                    <a:pt x="8618" y="39298"/>
                    <a:pt x="23958" y="23958"/>
                  </a:cubicBezTo>
                  <a:cubicBezTo>
                    <a:pt x="39298" y="8618"/>
                    <a:pt x="60103" y="0"/>
                    <a:pt x="81797" y="0"/>
                  </a:cubicBezTo>
                  <a:close/>
                </a:path>
              </a:pathLst>
            </a:custGeom>
            <a:blipFill>
              <a:blip r:embed="rId6"/>
              <a:stretch>
                <a:fillRect l="-4724" t="0" r="-4724" b="0"/>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6" id="16"/>
          <p:cNvGrpSpPr/>
          <p:nvPr/>
        </p:nvGrpSpPr>
        <p:grpSpPr>
          <a:xfrm rot="0">
            <a:off x="9517090" y="2231027"/>
            <a:ext cx="3312667" cy="7425963"/>
            <a:chOff x="0" y="0"/>
            <a:chExt cx="461708" cy="1035004"/>
          </a:xfrm>
        </p:grpSpPr>
        <p:sp>
          <p:nvSpPr>
            <p:cNvPr name="Freeform 17" id="17"/>
            <p:cNvSpPr/>
            <p:nvPr/>
          </p:nvSpPr>
          <p:spPr>
            <a:xfrm flipH="false" flipV="false" rot="0">
              <a:off x="0" y="0"/>
              <a:ext cx="461708" cy="1035004"/>
            </a:xfrm>
            <a:custGeom>
              <a:avLst/>
              <a:gdLst/>
              <a:ahLst/>
              <a:cxnLst/>
              <a:rect r="r" b="b" t="t" l="l"/>
              <a:pathLst>
                <a:path h="1035004" w="461708">
                  <a:moveTo>
                    <a:pt x="81797" y="0"/>
                  </a:moveTo>
                  <a:lnTo>
                    <a:pt x="379910" y="0"/>
                  </a:lnTo>
                  <a:cubicBezTo>
                    <a:pt x="401604" y="0"/>
                    <a:pt x="422410" y="8618"/>
                    <a:pt x="437750" y="23958"/>
                  </a:cubicBezTo>
                  <a:cubicBezTo>
                    <a:pt x="453090" y="39298"/>
                    <a:pt x="461708" y="60103"/>
                    <a:pt x="461708" y="81797"/>
                  </a:cubicBezTo>
                  <a:lnTo>
                    <a:pt x="461708" y="953207"/>
                  </a:lnTo>
                  <a:cubicBezTo>
                    <a:pt x="461708" y="974901"/>
                    <a:pt x="453090" y="995707"/>
                    <a:pt x="437750" y="1011047"/>
                  </a:cubicBezTo>
                  <a:cubicBezTo>
                    <a:pt x="422410" y="1026386"/>
                    <a:pt x="401604" y="1035004"/>
                    <a:pt x="379910" y="1035004"/>
                  </a:cubicBezTo>
                  <a:lnTo>
                    <a:pt x="81797" y="1035004"/>
                  </a:lnTo>
                  <a:cubicBezTo>
                    <a:pt x="60103" y="1035004"/>
                    <a:pt x="39298" y="1026386"/>
                    <a:pt x="23958" y="1011047"/>
                  </a:cubicBezTo>
                  <a:cubicBezTo>
                    <a:pt x="8618" y="995707"/>
                    <a:pt x="0" y="974901"/>
                    <a:pt x="0" y="953207"/>
                  </a:cubicBezTo>
                  <a:lnTo>
                    <a:pt x="0" y="81797"/>
                  </a:lnTo>
                  <a:cubicBezTo>
                    <a:pt x="0" y="60103"/>
                    <a:pt x="8618" y="39298"/>
                    <a:pt x="23958" y="23958"/>
                  </a:cubicBezTo>
                  <a:cubicBezTo>
                    <a:pt x="39298" y="8618"/>
                    <a:pt x="60103" y="0"/>
                    <a:pt x="81797" y="0"/>
                  </a:cubicBezTo>
                  <a:close/>
                </a:path>
              </a:pathLst>
            </a:custGeom>
            <a:blipFill>
              <a:blip r:embed="rId7"/>
              <a:stretch>
                <a:fillRect l="-4423" t="0" r="-4423" b="0"/>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8" id="18"/>
          <p:cNvGrpSpPr/>
          <p:nvPr/>
        </p:nvGrpSpPr>
        <p:grpSpPr>
          <a:xfrm rot="0">
            <a:off x="13927556" y="2231027"/>
            <a:ext cx="3311131" cy="7422519"/>
            <a:chOff x="0" y="0"/>
            <a:chExt cx="461708" cy="1035004"/>
          </a:xfrm>
        </p:grpSpPr>
        <p:sp>
          <p:nvSpPr>
            <p:cNvPr name="Freeform 19" id="19"/>
            <p:cNvSpPr/>
            <p:nvPr/>
          </p:nvSpPr>
          <p:spPr>
            <a:xfrm flipH="false" flipV="false" rot="0">
              <a:off x="0" y="0"/>
              <a:ext cx="461708" cy="1035004"/>
            </a:xfrm>
            <a:custGeom>
              <a:avLst/>
              <a:gdLst/>
              <a:ahLst/>
              <a:cxnLst/>
              <a:rect r="r" b="b" t="t" l="l"/>
              <a:pathLst>
                <a:path h="1035004" w="461708">
                  <a:moveTo>
                    <a:pt x="81835" y="0"/>
                  </a:moveTo>
                  <a:lnTo>
                    <a:pt x="379873" y="0"/>
                  </a:lnTo>
                  <a:cubicBezTo>
                    <a:pt x="425069" y="0"/>
                    <a:pt x="461708" y="36639"/>
                    <a:pt x="461708" y="81835"/>
                  </a:cubicBezTo>
                  <a:lnTo>
                    <a:pt x="461708" y="953169"/>
                  </a:lnTo>
                  <a:cubicBezTo>
                    <a:pt x="461708" y="974873"/>
                    <a:pt x="453086" y="995688"/>
                    <a:pt x="437739" y="1011035"/>
                  </a:cubicBezTo>
                  <a:cubicBezTo>
                    <a:pt x="422392" y="1026383"/>
                    <a:pt x="401577" y="1035004"/>
                    <a:pt x="379873" y="1035004"/>
                  </a:cubicBezTo>
                  <a:lnTo>
                    <a:pt x="81835" y="1035004"/>
                  </a:lnTo>
                  <a:cubicBezTo>
                    <a:pt x="36639" y="1035004"/>
                    <a:pt x="0" y="998366"/>
                    <a:pt x="0" y="953169"/>
                  </a:cubicBezTo>
                  <a:lnTo>
                    <a:pt x="0" y="81835"/>
                  </a:lnTo>
                  <a:cubicBezTo>
                    <a:pt x="0" y="36639"/>
                    <a:pt x="36639" y="0"/>
                    <a:pt x="81835" y="0"/>
                  </a:cubicBezTo>
                  <a:close/>
                </a:path>
              </a:pathLst>
            </a:custGeom>
            <a:blipFill>
              <a:blip r:embed="rId8"/>
              <a:stretch>
                <a:fillRect l="-3665" t="0" r="-3665" b="0"/>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sp>
        <p:nvSpPr>
          <p:cNvPr name="TextBox 20" id="20"/>
          <p:cNvSpPr txBox="true"/>
          <p:nvPr/>
        </p:nvSpPr>
        <p:spPr>
          <a:xfrm rot="0">
            <a:off x="1897207" y="1518805"/>
            <a:ext cx="1132731"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masuk</a:t>
            </a:r>
          </a:p>
        </p:txBody>
      </p:sp>
      <p:sp>
        <p:nvSpPr>
          <p:cNvPr name="TextBox 21" id="21"/>
          <p:cNvSpPr txBox="true"/>
          <p:nvPr/>
        </p:nvSpPr>
        <p:spPr>
          <a:xfrm rot="0">
            <a:off x="14706598" y="1518805"/>
            <a:ext cx="1753046"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Tidak Valid</a:t>
            </a:r>
          </a:p>
        </p:txBody>
      </p:sp>
      <p:sp>
        <p:nvSpPr>
          <p:cNvPr name="TextBox 22" id="22"/>
          <p:cNvSpPr txBox="true"/>
          <p:nvPr/>
        </p:nvSpPr>
        <p:spPr>
          <a:xfrm rot="0">
            <a:off x="9377961" y="1559057"/>
            <a:ext cx="3590925"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Pemulihan Kata Sandi</a:t>
            </a:r>
          </a:p>
        </p:txBody>
      </p:sp>
      <p:sp>
        <p:nvSpPr>
          <p:cNvPr name="TextBox 23" id="23"/>
          <p:cNvSpPr txBox="true"/>
          <p:nvPr/>
        </p:nvSpPr>
        <p:spPr>
          <a:xfrm rot="0">
            <a:off x="5530411" y="1518805"/>
            <a:ext cx="2468166"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lupa kata sandi</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320000"/>
        </a:solidFill>
      </p:bgPr>
    </p:bg>
    <p:spTree>
      <p:nvGrpSpPr>
        <p:cNvPr id="1" name=""/>
        <p:cNvGrpSpPr/>
        <p:nvPr/>
      </p:nvGrpSpPr>
      <p:grpSpPr>
        <a:xfrm>
          <a:off x="0" y="0"/>
          <a:ext cx="0" cy="0"/>
          <a:chOff x="0" y="0"/>
          <a:chExt cx="0" cy="0"/>
        </a:xfrm>
      </p:grpSpPr>
      <p:grpSp>
        <p:nvGrpSpPr>
          <p:cNvPr name="Group 2" id="2"/>
          <p:cNvGrpSpPr/>
          <p:nvPr/>
        </p:nvGrpSpPr>
        <p:grpSpPr>
          <a:xfrm rot="0">
            <a:off x="1019175" y="-448043"/>
            <a:ext cx="16240125" cy="11118486"/>
            <a:chOff x="0" y="0"/>
            <a:chExt cx="21653500" cy="14824648"/>
          </a:xfrm>
        </p:grpSpPr>
        <p:sp>
          <p:nvSpPr>
            <p:cNvPr name="AutoShape 3" id="3"/>
            <p:cNvSpPr/>
            <p:nvPr/>
          </p:nvSpPr>
          <p:spPr>
            <a:xfrm>
              <a:off x="63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4" id="4"/>
            <p:cNvSpPr/>
            <p:nvPr/>
          </p:nvSpPr>
          <p:spPr>
            <a:xfrm>
              <a:off x="72199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5" id="5"/>
            <p:cNvSpPr/>
            <p:nvPr/>
          </p:nvSpPr>
          <p:spPr>
            <a:xfrm>
              <a:off x="144335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6" id="6"/>
            <p:cNvSpPr/>
            <p:nvPr/>
          </p:nvSpPr>
          <p:spPr>
            <a:xfrm>
              <a:off x="216471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grpSp>
      <p:sp>
        <p:nvSpPr>
          <p:cNvPr name="Freeform 7" id="7"/>
          <p:cNvSpPr/>
          <p:nvPr/>
        </p:nvSpPr>
        <p:spPr>
          <a:xfrm flipH="false" flipV="false" rot="0">
            <a:off x="-1069008" y="-1373680"/>
            <a:ext cx="7209415" cy="7209415"/>
          </a:xfrm>
          <a:custGeom>
            <a:avLst/>
            <a:gdLst/>
            <a:ahLst/>
            <a:cxnLst/>
            <a:rect r="r" b="b" t="t" l="l"/>
            <a:pathLst>
              <a:path h="7209415" w="7209415">
                <a:moveTo>
                  <a:pt x="0" y="0"/>
                </a:moveTo>
                <a:lnTo>
                  <a:pt x="7209414" y="0"/>
                </a:lnTo>
                <a:lnTo>
                  <a:pt x="7209414" y="7209415"/>
                </a:lnTo>
                <a:lnTo>
                  <a:pt x="0" y="7209415"/>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6305222" y="146101"/>
            <a:ext cx="1251032" cy="1251032"/>
          </a:xfrm>
          <a:custGeom>
            <a:avLst/>
            <a:gdLst/>
            <a:ahLst/>
            <a:cxnLst/>
            <a:rect r="r" b="b" t="t" l="l"/>
            <a:pathLst>
              <a:path h="1251032" w="1251032">
                <a:moveTo>
                  <a:pt x="0" y="0"/>
                </a:moveTo>
                <a:lnTo>
                  <a:pt x="1251032" y="0"/>
                </a:lnTo>
                <a:lnTo>
                  <a:pt x="1251032" y="1251031"/>
                </a:lnTo>
                <a:lnTo>
                  <a:pt x="0" y="125103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4584154" y="9085272"/>
            <a:ext cx="2758837" cy="568275"/>
          </a:xfrm>
          <a:custGeom>
            <a:avLst/>
            <a:gdLst/>
            <a:ahLst/>
            <a:cxnLst/>
            <a:rect r="r" b="b" t="t" l="l"/>
            <a:pathLst>
              <a:path h="568275" w="2758837">
                <a:moveTo>
                  <a:pt x="0" y="0"/>
                </a:moveTo>
                <a:lnTo>
                  <a:pt x="2758837" y="0"/>
                </a:lnTo>
                <a:lnTo>
                  <a:pt x="2758837" y="568274"/>
                </a:lnTo>
                <a:lnTo>
                  <a:pt x="0" y="568274"/>
                </a:lnTo>
                <a:lnTo>
                  <a:pt x="0" y="0"/>
                </a:lnTo>
                <a:close/>
              </a:path>
            </a:pathLst>
          </a:custGeom>
          <a:blipFill>
            <a:blip r:embed="rId4"/>
            <a:stretch>
              <a:fillRect l="0" t="-20329" r="0" b="-7659"/>
            </a:stretch>
          </a:blipFill>
        </p:spPr>
      </p:sp>
      <p:sp>
        <p:nvSpPr>
          <p:cNvPr name="Freeform 10" id="10"/>
          <p:cNvSpPr/>
          <p:nvPr/>
        </p:nvSpPr>
        <p:spPr>
          <a:xfrm flipH="false" flipV="false" rot="0">
            <a:off x="1249629" y="9085272"/>
            <a:ext cx="2758837" cy="568275"/>
          </a:xfrm>
          <a:custGeom>
            <a:avLst/>
            <a:gdLst/>
            <a:ahLst/>
            <a:cxnLst/>
            <a:rect r="r" b="b" t="t" l="l"/>
            <a:pathLst>
              <a:path h="568275" w="2758837">
                <a:moveTo>
                  <a:pt x="0" y="0"/>
                </a:moveTo>
                <a:lnTo>
                  <a:pt x="2758838" y="0"/>
                </a:lnTo>
                <a:lnTo>
                  <a:pt x="2758838" y="568274"/>
                </a:lnTo>
                <a:lnTo>
                  <a:pt x="0" y="568274"/>
                </a:lnTo>
                <a:lnTo>
                  <a:pt x="0" y="0"/>
                </a:lnTo>
                <a:close/>
              </a:path>
            </a:pathLst>
          </a:custGeom>
          <a:blipFill>
            <a:blip r:embed="rId4"/>
            <a:stretch>
              <a:fillRect l="0" t="-20329" r="0" b="-7659"/>
            </a:stretch>
          </a:blipFill>
        </p:spPr>
      </p:sp>
      <p:sp>
        <p:nvSpPr>
          <p:cNvPr name="Freeform 11" id="11"/>
          <p:cNvSpPr/>
          <p:nvPr/>
        </p:nvSpPr>
        <p:spPr>
          <a:xfrm flipH="false" flipV="false" rot="0">
            <a:off x="7952113" y="9085272"/>
            <a:ext cx="2775554" cy="571718"/>
          </a:xfrm>
          <a:custGeom>
            <a:avLst/>
            <a:gdLst/>
            <a:ahLst/>
            <a:cxnLst/>
            <a:rect r="r" b="b" t="t" l="l"/>
            <a:pathLst>
              <a:path h="571718" w="2775554">
                <a:moveTo>
                  <a:pt x="0" y="0"/>
                </a:moveTo>
                <a:lnTo>
                  <a:pt x="2775554" y="0"/>
                </a:lnTo>
                <a:lnTo>
                  <a:pt x="2775554" y="571718"/>
                </a:lnTo>
                <a:lnTo>
                  <a:pt x="0" y="571718"/>
                </a:lnTo>
                <a:lnTo>
                  <a:pt x="0" y="0"/>
                </a:lnTo>
                <a:close/>
              </a:path>
            </a:pathLst>
          </a:custGeom>
          <a:blipFill>
            <a:blip r:embed="rId4"/>
            <a:stretch>
              <a:fillRect l="0" t="-20329" r="0" b="-7659"/>
            </a:stretch>
          </a:blipFill>
        </p:spPr>
      </p:sp>
      <p:grpSp>
        <p:nvGrpSpPr>
          <p:cNvPr name="Group 12" id="12"/>
          <p:cNvGrpSpPr/>
          <p:nvPr/>
        </p:nvGrpSpPr>
        <p:grpSpPr>
          <a:xfrm rot="0">
            <a:off x="808007" y="1397132"/>
            <a:ext cx="3311131" cy="8256414"/>
            <a:chOff x="0" y="0"/>
            <a:chExt cx="461708" cy="1151284"/>
          </a:xfrm>
        </p:grpSpPr>
        <p:sp>
          <p:nvSpPr>
            <p:cNvPr name="Freeform 13" id="13"/>
            <p:cNvSpPr/>
            <p:nvPr/>
          </p:nvSpPr>
          <p:spPr>
            <a:xfrm flipH="false" flipV="false" rot="0">
              <a:off x="0" y="0"/>
              <a:ext cx="461708" cy="1151284"/>
            </a:xfrm>
            <a:custGeom>
              <a:avLst/>
              <a:gdLst/>
              <a:ahLst/>
              <a:cxnLst/>
              <a:rect r="r" b="b" t="t" l="l"/>
              <a:pathLst>
                <a:path h="1151284" w="461708">
                  <a:moveTo>
                    <a:pt x="81835" y="0"/>
                  </a:moveTo>
                  <a:lnTo>
                    <a:pt x="379873" y="0"/>
                  </a:lnTo>
                  <a:cubicBezTo>
                    <a:pt x="425069" y="0"/>
                    <a:pt x="461708" y="36639"/>
                    <a:pt x="461708" y="81835"/>
                  </a:cubicBezTo>
                  <a:lnTo>
                    <a:pt x="461708" y="1069448"/>
                  </a:lnTo>
                  <a:cubicBezTo>
                    <a:pt x="461708" y="1091152"/>
                    <a:pt x="453086" y="1111967"/>
                    <a:pt x="437739" y="1127315"/>
                  </a:cubicBezTo>
                  <a:cubicBezTo>
                    <a:pt x="422392" y="1142662"/>
                    <a:pt x="401577" y="1151284"/>
                    <a:pt x="379873" y="1151284"/>
                  </a:cubicBezTo>
                  <a:lnTo>
                    <a:pt x="81835" y="1151284"/>
                  </a:lnTo>
                  <a:cubicBezTo>
                    <a:pt x="36639" y="1151284"/>
                    <a:pt x="0" y="1114645"/>
                    <a:pt x="0" y="1069448"/>
                  </a:cubicBezTo>
                  <a:lnTo>
                    <a:pt x="0" y="81835"/>
                  </a:lnTo>
                  <a:cubicBezTo>
                    <a:pt x="0" y="36639"/>
                    <a:pt x="36639" y="0"/>
                    <a:pt x="81835" y="0"/>
                  </a:cubicBezTo>
                  <a:close/>
                </a:path>
              </a:pathLst>
            </a:custGeom>
            <a:blipFill>
              <a:blip r:embed="rId5"/>
              <a:stretch>
                <a:fillRect l="0" t="-1391" r="0" b="-1391"/>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4" id="14"/>
          <p:cNvGrpSpPr/>
          <p:nvPr/>
        </p:nvGrpSpPr>
        <p:grpSpPr>
          <a:xfrm rot="0">
            <a:off x="5108161" y="1397132"/>
            <a:ext cx="3312667" cy="8259858"/>
            <a:chOff x="0" y="0"/>
            <a:chExt cx="461708" cy="1151230"/>
          </a:xfrm>
        </p:grpSpPr>
        <p:sp>
          <p:nvSpPr>
            <p:cNvPr name="Freeform 15" id="15"/>
            <p:cNvSpPr/>
            <p:nvPr/>
          </p:nvSpPr>
          <p:spPr>
            <a:xfrm flipH="false" flipV="false" rot="0">
              <a:off x="0" y="0"/>
              <a:ext cx="461708" cy="1151230"/>
            </a:xfrm>
            <a:custGeom>
              <a:avLst/>
              <a:gdLst/>
              <a:ahLst/>
              <a:cxnLst/>
              <a:rect r="r" b="b" t="t" l="l"/>
              <a:pathLst>
                <a:path h="1151230" w="461708">
                  <a:moveTo>
                    <a:pt x="81797" y="0"/>
                  </a:moveTo>
                  <a:lnTo>
                    <a:pt x="379910" y="0"/>
                  </a:lnTo>
                  <a:cubicBezTo>
                    <a:pt x="401604" y="0"/>
                    <a:pt x="422410" y="8618"/>
                    <a:pt x="437750" y="23958"/>
                  </a:cubicBezTo>
                  <a:cubicBezTo>
                    <a:pt x="453090" y="39298"/>
                    <a:pt x="461708" y="60103"/>
                    <a:pt x="461708" y="81797"/>
                  </a:cubicBezTo>
                  <a:lnTo>
                    <a:pt x="461708" y="1069432"/>
                  </a:lnTo>
                  <a:cubicBezTo>
                    <a:pt x="461708" y="1091126"/>
                    <a:pt x="453090" y="1111932"/>
                    <a:pt x="437750" y="1127272"/>
                  </a:cubicBezTo>
                  <a:cubicBezTo>
                    <a:pt x="422410" y="1142612"/>
                    <a:pt x="401604" y="1151230"/>
                    <a:pt x="379910" y="1151230"/>
                  </a:cubicBezTo>
                  <a:lnTo>
                    <a:pt x="81797" y="1151230"/>
                  </a:lnTo>
                  <a:cubicBezTo>
                    <a:pt x="60103" y="1151230"/>
                    <a:pt x="39298" y="1142612"/>
                    <a:pt x="23958" y="1127272"/>
                  </a:cubicBezTo>
                  <a:cubicBezTo>
                    <a:pt x="8618" y="1111932"/>
                    <a:pt x="0" y="1091126"/>
                    <a:pt x="0" y="1069432"/>
                  </a:cubicBezTo>
                  <a:lnTo>
                    <a:pt x="0" y="81797"/>
                  </a:lnTo>
                  <a:cubicBezTo>
                    <a:pt x="0" y="60103"/>
                    <a:pt x="8618" y="39298"/>
                    <a:pt x="23958" y="23958"/>
                  </a:cubicBezTo>
                  <a:cubicBezTo>
                    <a:pt x="39298" y="8618"/>
                    <a:pt x="60103" y="0"/>
                    <a:pt x="81797" y="0"/>
                  </a:cubicBezTo>
                  <a:close/>
                </a:path>
              </a:pathLst>
            </a:custGeom>
            <a:blipFill>
              <a:blip r:embed="rId6"/>
              <a:stretch>
                <a:fillRect l="0" t="-447" r="0" b="-447"/>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6" id="16"/>
          <p:cNvGrpSpPr/>
          <p:nvPr/>
        </p:nvGrpSpPr>
        <p:grpSpPr>
          <a:xfrm rot="0">
            <a:off x="9517090" y="1397132"/>
            <a:ext cx="3312667" cy="8259858"/>
            <a:chOff x="0" y="0"/>
            <a:chExt cx="461708" cy="1151230"/>
          </a:xfrm>
        </p:grpSpPr>
        <p:sp>
          <p:nvSpPr>
            <p:cNvPr name="Freeform 17" id="17"/>
            <p:cNvSpPr/>
            <p:nvPr/>
          </p:nvSpPr>
          <p:spPr>
            <a:xfrm flipH="false" flipV="false" rot="0">
              <a:off x="0" y="0"/>
              <a:ext cx="461708" cy="1151230"/>
            </a:xfrm>
            <a:custGeom>
              <a:avLst/>
              <a:gdLst/>
              <a:ahLst/>
              <a:cxnLst/>
              <a:rect r="r" b="b" t="t" l="l"/>
              <a:pathLst>
                <a:path h="1151230" w="461708">
                  <a:moveTo>
                    <a:pt x="81797" y="0"/>
                  </a:moveTo>
                  <a:lnTo>
                    <a:pt x="379910" y="0"/>
                  </a:lnTo>
                  <a:cubicBezTo>
                    <a:pt x="401604" y="0"/>
                    <a:pt x="422410" y="8618"/>
                    <a:pt x="437750" y="23958"/>
                  </a:cubicBezTo>
                  <a:cubicBezTo>
                    <a:pt x="453090" y="39298"/>
                    <a:pt x="461708" y="60103"/>
                    <a:pt x="461708" y="81797"/>
                  </a:cubicBezTo>
                  <a:lnTo>
                    <a:pt x="461708" y="1069432"/>
                  </a:lnTo>
                  <a:cubicBezTo>
                    <a:pt x="461708" y="1091126"/>
                    <a:pt x="453090" y="1111932"/>
                    <a:pt x="437750" y="1127272"/>
                  </a:cubicBezTo>
                  <a:cubicBezTo>
                    <a:pt x="422410" y="1142612"/>
                    <a:pt x="401604" y="1151230"/>
                    <a:pt x="379910" y="1151230"/>
                  </a:cubicBezTo>
                  <a:lnTo>
                    <a:pt x="81797" y="1151230"/>
                  </a:lnTo>
                  <a:cubicBezTo>
                    <a:pt x="60103" y="1151230"/>
                    <a:pt x="39298" y="1142612"/>
                    <a:pt x="23958" y="1127272"/>
                  </a:cubicBezTo>
                  <a:cubicBezTo>
                    <a:pt x="8618" y="1111932"/>
                    <a:pt x="0" y="1091126"/>
                    <a:pt x="0" y="1069432"/>
                  </a:cubicBezTo>
                  <a:lnTo>
                    <a:pt x="0" y="81797"/>
                  </a:lnTo>
                  <a:cubicBezTo>
                    <a:pt x="0" y="60103"/>
                    <a:pt x="8618" y="39298"/>
                    <a:pt x="23958" y="23958"/>
                  </a:cubicBezTo>
                  <a:cubicBezTo>
                    <a:pt x="39298" y="8618"/>
                    <a:pt x="60103" y="0"/>
                    <a:pt x="81797" y="0"/>
                  </a:cubicBezTo>
                  <a:close/>
                </a:path>
              </a:pathLst>
            </a:custGeom>
            <a:blipFill>
              <a:blip r:embed="rId7"/>
              <a:stretch>
                <a:fillRect l="-647" t="0" r="-647" b="0"/>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8" id="18"/>
          <p:cNvGrpSpPr/>
          <p:nvPr/>
        </p:nvGrpSpPr>
        <p:grpSpPr>
          <a:xfrm rot="0">
            <a:off x="13927556" y="1397132"/>
            <a:ext cx="3311131" cy="8256414"/>
            <a:chOff x="0" y="0"/>
            <a:chExt cx="461708" cy="1151284"/>
          </a:xfrm>
        </p:grpSpPr>
        <p:sp>
          <p:nvSpPr>
            <p:cNvPr name="Freeform 19" id="19"/>
            <p:cNvSpPr/>
            <p:nvPr/>
          </p:nvSpPr>
          <p:spPr>
            <a:xfrm flipH="false" flipV="false" rot="0">
              <a:off x="0" y="0"/>
              <a:ext cx="461708" cy="1151284"/>
            </a:xfrm>
            <a:custGeom>
              <a:avLst/>
              <a:gdLst/>
              <a:ahLst/>
              <a:cxnLst/>
              <a:rect r="r" b="b" t="t" l="l"/>
              <a:pathLst>
                <a:path h="1151284" w="461708">
                  <a:moveTo>
                    <a:pt x="81835" y="0"/>
                  </a:moveTo>
                  <a:lnTo>
                    <a:pt x="379873" y="0"/>
                  </a:lnTo>
                  <a:cubicBezTo>
                    <a:pt x="425069" y="0"/>
                    <a:pt x="461708" y="36639"/>
                    <a:pt x="461708" y="81835"/>
                  </a:cubicBezTo>
                  <a:lnTo>
                    <a:pt x="461708" y="1069448"/>
                  </a:lnTo>
                  <a:cubicBezTo>
                    <a:pt x="461708" y="1091152"/>
                    <a:pt x="453086" y="1111967"/>
                    <a:pt x="437739" y="1127315"/>
                  </a:cubicBezTo>
                  <a:cubicBezTo>
                    <a:pt x="422392" y="1142662"/>
                    <a:pt x="401577" y="1151284"/>
                    <a:pt x="379873" y="1151284"/>
                  </a:cubicBezTo>
                  <a:lnTo>
                    <a:pt x="81835" y="1151284"/>
                  </a:lnTo>
                  <a:cubicBezTo>
                    <a:pt x="36639" y="1151284"/>
                    <a:pt x="0" y="1114645"/>
                    <a:pt x="0" y="1069448"/>
                  </a:cubicBezTo>
                  <a:lnTo>
                    <a:pt x="0" y="81835"/>
                  </a:lnTo>
                  <a:cubicBezTo>
                    <a:pt x="0" y="36639"/>
                    <a:pt x="36639" y="0"/>
                    <a:pt x="81835" y="0"/>
                  </a:cubicBezTo>
                  <a:close/>
                </a:path>
              </a:pathLst>
            </a:custGeom>
            <a:blipFill>
              <a:blip r:embed="rId8"/>
              <a:stretch>
                <a:fillRect l="0" t="-1087" r="0" b="-1087"/>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sp>
        <p:nvSpPr>
          <p:cNvPr name="TextBox 20" id="20"/>
          <p:cNvSpPr txBox="true"/>
          <p:nvPr/>
        </p:nvSpPr>
        <p:spPr>
          <a:xfrm rot="0">
            <a:off x="600933" y="504825"/>
            <a:ext cx="3869531"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Kategori (sudah masuk)</a:t>
            </a:r>
          </a:p>
        </p:txBody>
      </p:sp>
      <p:sp>
        <p:nvSpPr>
          <p:cNvPr name="TextBox 21" id="21"/>
          <p:cNvSpPr txBox="true"/>
          <p:nvPr/>
        </p:nvSpPr>
        <p:spPr>
          <a:xfrm rot="0">
            <a:off x="13540753" y="504825"/>
            <a:ext cx="4084737"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Koleksi Gantungan Kunci</a:t>
            </a:r>
          </a:p>
        </p:txBody>
      </p:sp>
      <p:sp>
        <p:nvSpPr>
          <p:cNvPr name="TextBox 22" id="22"/>
          <p:cNvSpPr txBox="true"/>
          <p:nvPr/>
        </p:nvSpPr>
        <p:spPr>
          <a:xfrm rot="0">
            <a:off x="9591083" y="504825"/>
            <a:ext cx="3164681"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Koleksi Jam Tangan</a:t>
            </a:r>
          </a:p>
        </p:txBody>
      </p:sp>
      <p:sp>
        <p:nvSpPr>
          <p:cNvPr name="TextBox 23" id="23"/>
          <p:cNvSpPr txBox="true"/>
          <p:nvPr/>
        </p:nvSpPr>
        <p:spPr>
          <a:xfrm rot="0">
            <a:off x="5556278" y="504825"/>
            <a:ext cx="2395835"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Koleksi Gelang</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320000"/>
        </a:solidFill>
      </p:bgPr>
    </p:bg>
    <p:spTree>
      <p:nvGrpSpPr>
        <p:cNvPr id="1" name=""/>
        <p:cNvGrpSpPr/>
        <p:nvPr/>
      </p:nvGrpSpPr>
      <p:grpSpPr>
        <a:xfrm>
          <a:off x="0" y="0"/>
          <a:ext cx="0" cy="0"/>
          <a:chOff x="0" y="0"/>
          <a:chExt cx="0" cy="0"/>
        </a:xfrm>
      </p:grpSpPr>
      <p:grpSp>
        <p:nvGrpSpPr>
          <p:cNvPr name="Group 2" id="2"/>
          <p:cNvGrpSpPr/>
          <p:nvPr/>
        </p:nvGrpSpPr>
        <p:grpSpPr>
          <a:xfrm rot="0">
            <a:off x="1019175" y="-448043"/>
            <a:ext cx="16240125" cy="11118486"/>
            <a:chOff x="0" y="0"/>
            <a:chExt cx="21653500" cy="14824648"/>
          </a:xfrm>
        </p:grpSpPr>
        <p:sp>
          <p:nvSpPr>
            <p:cNvPr name="AutoShape 3" id="3"/>
            <p:cNvSpPr/>
            <p:nvPr/>
          </p:nvSpPr>
          <p:spPr>
            <a:xfrm>
              <a:off x="63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4" id="4"/>
            <p:cNvSpPr/>
            <p:nvPr/>
          </p:nvSpPr>
          <p:spPr>
            <a:xfrm>
              <a:off x="72199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5" id="5"/>
            <p:cNvSpPr/>
            <p:nvPr/>
          </p:nvSpPr>
          <p:spPr>
            <a:xfrm>
              <a:off x="144335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6" id="6"/>
            <p:cNvSpPr/>
            <p:nvPr/>
          </p:nvSpPr>
          <p:spPr>
            <a:xfrm>
              <a:off x="216471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grpSp>
      <p:sp>
        <p:nvSpPr>
          <p:cNvPr name="Freeform 7" id="7"/>
          <p:cNvSpPr/>
          <p:nvPr/>
        </p:nvSpPr>
        <p:spPr>
          <a:xfrm flipH="false" flipV="false" rot="0">
            <a:off x="-1069008" y="-1373680"/>
            <a:ext cx="7209415" cy="7209415"/>
          </a:xfrm>
          <a:custGeom>
            <a:avLst/>
            <a:gdLst/>
            <a:ahLst/>
            <a:cxnLst/>
            <a:rect r="r" b="b" t="t" l="l"/>
            <a:pathLst>
              <a:path h="7209415" w="7209415">
                <a:moveTo>
                  <a:pt x="0" y="0"/>
                </a:moveTo>
                <a:lnTo>
                  <a:pt x="7209414" y="0"/>
                </a:lnTo>
                <a:lnTo>
                  <a:pt x="7209414" y="7209415"/>
                </a:lnTo>
                <a:lnTo>
                  <a:pt x="0" y="7209415"/>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6305222" y="146101"/>
            <a:ext cx="1251032" cy="1251032"/>
          </a:xfrm>
          <a:custGeom>
            <a:avLst/>
            <a:gdLst/>
            <a:ahLst/>
            <a:cxnLst/>
            <a:rect r="r" b="b" t="t" l="l"/>
            <a:pathLst>
              <a:path h="1251032" w="1251032">
                <a:moveTo>
                  <a:pt x="0" y="0"/>
                </a:moveTo>
                <a:lnTo>
                  <a:pt x="1251032" y="0"/>
                </a:lnTo>
                <a:lnTo>
                  <a:pt x="1251032" y="1251031"/>
                </a:lnTo>
                <a:lnTo>
                  <a:pt x="0" y="125103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4584154" y="9085272"/>
            <a:ext cx="2758837" cy="568275"/>
          </a:xfrm>
          <a:custGeom>
            <a:avLst/>
            <a:gdLst/>
            <a:ahLst/>
            <a:cxnLst/>
            <a:rect r="r" b="b" t="t" l="l"/>
            <a:pathLst>
              <a:path h="568275" w="2758837">
                <a:moveTo>
                  <a:pt x="0" y="0"/>
                </a:moveTo>
                <a:lnTo>
                  <a:pt x="2758837" y="0"/>
                </a:lnTo>
                <a:lnTo>
                  <a:pt x="2758837" y="568274"/>
                </a:lnTo>
                <a:lnTo>
                  <a:pt x="0" y="568274"/>
                </a:lnTo>
                <a:lnTo>
                  <a:pt x="0" y="0"/>
                </a:lnTo>
                <a:close/>
              </a:path>
            </a:pathLst>
          </a:custGeom>
          <a:blipFill>
            <a:blip r:embed="rId4"/>
            <a:stretch>
              <a:fillRect l="0" t="-20329" r="0" b="-7659"/>
            </a:stretch>
          </a:blipFill>
        </p:spPr>
      </p:sp>
      <p:sp>
        <p:nvSpPr>
          <p:cNvPr name="Freeform 10" id="10"/>
          <p:cNvSpPr/>
          <p:nvPr/>
        </p:nvSpPr>
        <p:spPr>
          <a:xfrm flipH="false" flipV="false" rot="0">
            <a:off x="1249629" y="9085272"/>
            <a:ext cx="2758837" cy="568275"/>
          </a:xfrm>
          <a:custGeom>
            <a:avLst/>
            <a:gdLst/>
            <a:ahLst/>
            <a:cxnLst/>
            <a:rect r="r" b="b" t="t" l="l"/>
            <a:pathLst>
              <a:path h="568275" w="2758837">
                <a:moveTo>
                  <a:pt x="0" y="0"/>
                </a:moveTo>
                <a:lnTo>
                  <a:pt x="2758838" y="0"/>
                </a:lnTo>
                <a:lnTo>
                  <a:pt x="2758838" y="568274"/>
                </a:lnTo>
                <a:lnTo>
                  <a:pt x="0" y="568274"/>
                </a:lnTo>
                <a:lnTo>
                  <a:pt x="0" y="0"/>
                </a:lnTo>
                <a:close/>
              </a:path>
            </a:pathLst>
          </a:custGeom>
          <a:blipFill>
            <a:blip r:embed="rId4"/>
            <a:stretch>
              <a:fillRect l="0" t="-20329" r="0" b="-7659"/>
            </a:stretch>
          </a:blipFill>
        </p:spPr>
      </p:sp>
      <p:sp>
        <p:nvSpPr>
          <p:cNvPr name="Freeform 11" id="11"/>
          <p:cNvSpPr/>
          <p:nvPr/>
        </p:nvSpPr>
        <p:spPr>
          <a:xfrm flipH="false" flipV="false" rot="0">
            <a:off x="7952113" y="9085272"/>
            <a:ext cx="2775554" cy="571718"/>
          </a:xfrm>
          <a:custGeom>
            <a:avLst/>
            <a:gdLst/>
            <a:ahLst/>
            <a:cxnLst/>
            <a:rect r="r" b="b" t="t" l="l"/>
            <a:pathLst>
              <a:path h="571718" w="2775554">
                <a:moveTo>
                  <a:pt x="0" y="0"/>
                </a:moveTo>
                <a:lnTo>
                  <a:pt x="2775554" y="0"/>
                </a:lnTo>
                <a:lnTo>
                  <a:pt x="2775554" y="571718"/>
                </a:lnTo>
                <a:lnTo>
                  <a:pt x="0" y="571718"/>
                </a:lnTo>
                <a:lnTo>
                  <a:pt x="0" y="0"/>
                </a:lnTo>
                <a:close/>
              </a:path>
            </a:pathLst>
          </a:custGeom>
          <a:blipFill>
            <a:blip r:embed="rId4"/>
            <a:stretch>
              <a:fillRect l="0" t="-20329" r="0" b="-7659"/>
            </a:stretch>
          </a:blipFill>
        </p:spPr>
      </p:sp>
      <p:grpSp>
        <p:nvGrpSpPr>
          <p:cNvPr name="Group 12" id="12"/>
          <p:cNvGrpSpPr/>
          <p:nvPr/>
        </p:nvGrpSpPr>
        <p:grpSpPr>
          <a:xfrm rot="0">
            <a:off x="808007" y="1397132"/>
            <a:ext cx="3311131" cy="8256414"/>
            <a:chOff x="0" y="0"/>
            <a:chExt cx="461708" cy="1151284"/>
          </a:xfrm>
        </p:grpSpPr>
        <p:sp>
          <p:nvSpPr>
            <p:cNvPr name="Freeform 13" id="13"/>
            <p:cNvSpPr/>
            <p:nvPr/>
          </p:nvSpPr>
          <p:spPr>
            <a:xfrm flipH="false" flipV="false" rot="0">
              <a:off x="0" y="0"/>
              <a:ext cx="461708" cy="1151284"/>
            </a:xfrm>
            <a:custGeom>
              <a:avLst/>
              <a:gdLst/>
              <a:ahLst/>
              <a:cxnLst/>
              <a:rect r="r" b="b" t="t" l="l"/>
              <a:pathLst>
                <a:path h="1151284" w="461708">
                  <a:moveTo>
                    <a:pt x="81835" y="0"/>
                  </a:moveTo>
                  <a:lnTo>
                    <a:pt x="379873" y="0"/>
                  </a:lnTo>
                  <a:cubicBezTo>
                    <a:pt x="425069" y="0"/>
                    <a:pt x="461708" y="36639"/>
                    <a:pt x="461708" y="81835"/>
                  </a:cubicBezTo>
                  <a:lnTo>
                    <a:pt x="461708" y="1069448"/>
                  </a:lnTo>
                  <a:cubicBezTo>
                    <a:pt x="461708" y="1091152"/>
                    <a:pt x="453086" y="1111967"/>
                    <a:pt x="437739" y="1127315"/>
                  </a:cubicBezTo>
                  <a:cubicBezTo>
                    <a:pt x="422392" y="1142662"/>
                    <a:pt x="401577" y="1151284"/>
                    <a:pt x="379873" y="1151284"/>
                  </a:cubicBezTo>
                  <a:lnTo>
                    <a:pt x="81835" y="1151284"/>
                  </a:lnTo>
                  <a:cubicBezTo>
                    <a:pt x="36639" y="1151284"/>
                    <a:pt x="0" y="1114645"/>
                    <a:pt x="0" y="1069448"/>
                  </a:cubicBezTo>
                  <a:lnTo>
                    <a:pt x="0" y="81835"/>
                  </a:lnTo>
                  <a:cubicBezTo>
                    <a:pt x="0" y="36639"/>
                    <a:pt x="36639" y="0"/>
                    <a:pt x="81835" y="0"/>
                  </a:cubicBezTo>
                  <a:close/>
                </a:path>
              </a:pathLst>
            </a:custGeom>
            <a:blipFill>
              <a:blip r:embed="rId5"/>
              <a:stretch>
                <a:fillRect l="0" t="-227" r="0" b="-227"/>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4" id="14"/>
          <p:cNvGrpSpPr/>
          <p:nvPr/>
        </p:nvGrpSpPr>
        <p:grpSpPr>
          <a:xfrm rot="0">
            <a:off x="5108161" y="1397132"/>
            <a:ext cx="3312667" cy="8259858"/>
            <a:chOff x="0" y="0"/>
            <a:chExt cx="461708" cy="1151230"/>
          </a:xfrm>
        </p:grpSpPr>
        <p:sp>
          <p:nvSpPr>
            <p:cNvPr name="Freeform 15" id="15"/>
            <p:cNvSpPr/>
            <p:nvPr/>
          </p:nvSpPr>
          <p:spPr>
            <a:xfrm flipH="false" flipV="false" rot="0">
              <a:off x="0" y="0"/>
              <a:ext cx="461708" cy="1151230"/>
            </a:xfrm>
            <a:custGeom>
              <a:avLst/>
              <a:gdLst/>
              <a:ahLst/>
              <a:cxnLst/>
              <a:rect r="r" b="b" t="t" l="l"/>
              <a:pathLst>
                <a:path h="1151230" w="461708">
                  <a:moveTo>
                    <a:pt x="81797" y="0"/>
                  </a:moveTo>
                  <a:lnTo>
                    <a:pt x="379910" y="0"/>
                  </a:lnTo>
                  <a:cubicBezTo>
                    <a:pt x="401604" y="0"/>
                    <a:pt x="422410" y="8618"/>
                    <a:pt x="437750" y="23958"/>
                  </a:cubicBezTo>
                  <a:cubicBezTo>
                    <a:pt x="453090" y="39298"/>
                    <a:pt x="461708" y="60103"/>
                    <a:pt x="461708" y="81797"/>
                  </a:cubicBezTo>
                  <a:lnTo>
                    <a:pt x="461708" y="1069432"/>
                  </a:lnTo>
                  <a:cubicBezTo>
                    <a:pt x="461708" y="1091126"/>
                    <a:pt x="453090" y="1111932"/>
                    <a:pt x="437750" y="1127272"/>
                  </a:cubicBezTo>
                  <a:cubicBezTo>
                    <a:pt x="422410" y="1142612"/>
                    <a:pt x="401604" y="1151230"/>
                    <a:pt x="379910" y="1151230"/>
                  </a:cubicBezTo>
                  <a:lnTo>
                    <a:pt x="81797" y="1151230"/>
                  </a:lnTo>
                  <a:cubicBezTo>
                    <a:pt x="60103" y="1151230"/>
                    <a:pt x="39298" y="1142612"/>
                    <a:pt x="23958" y="1127272"/>
                  </a:cubicBezTo>
                  <a:cubicBezTo>
                    <a:pt x="8618" y="1111932"/>
                    <a:pt x="0" y="1091126"/>
                    <a:pt x="0" y="1069432"/>
                  </a:cubicBezTo>
                  <a:lnTo>
                    <a:pt x="0" y="81797"/>
                  </a:lnTo>
                  <a:cubicBezTo>
                    <a:pt x="0" y="60103"/>
                    <a:pt x="8618" y="39298"/>
                    <a:pt x="23958" y="23958"/>
                  </a:cubicBezTo>
                  <a:cubicBezTo>
                    <a:pt x="39298" y="8618"/>
                    <a:pt x="60103" y="0"/>
                    <a:pt x="81797" y="0"/>
                  </a:cubicBezTo>
                  <a:close/>
                </a:path>
              </a:pathLst>
            </a:custGeom>
            <a:blipFill>
              <a:blip r:embed="rId6"/>
              <a:stretch>
                <a:fillRect l="0" t="-496" r="0" b="-496"/>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6" id="16"/>
          <p:cNvGrpSpPr/>
          <p:nvPr/>
        </p:nvGrpSpPr>
        <p:grpSpPr>
          <a:xfrm rot="0">
            <a:off x="9517090" y="1397132"/>
            <a:ext cx="3312667" cy="8259858"/>
            <a:chOff x="0" y="0"/>
            <a:chExt cx="461708" cy="1151230"/>
          </a:xfrm>
        </p:grpSpPr>
        <p:sp>
          <p:nvSpPr>
            <p:cNvPr name="Freeform 17" id="17"/>
            <p:cNvSpPr/>
            <p:nvPr/>
          </p:nvSpPr>
          <p:spPr>
            <a:xfrm flipH="false" flipV="false" rot="0">
              <a:off x="0" y="0"/>
              <a:ext cx="461708" cy="1151230"/>
            </a:xfrm>
            <a:custGeom>
              <a:avLst/>
              <a:gdLst/>
              <a:ahLst/>
              <a:cxnLst/>
              <a:rect r="r" b="b" t="t" l="l"/>
              <a:pathLst>
                <a:path h="1151230" w="461708">
                  <a:moveTo>
                    <a:pt x="81797" y="0"/>
                  </a:moveTo>
                  <a:lnTo>
                    <a:pt x="379910" y="0"/>
                  </a:lnTo>
                  <a:cubicBezTo>
                    <a:pt x="401604" y="0"/>
                    <a:pt x="422410" y="8618"/>
                    <a:pt x="437750" y="23958"/>
                  </a:cubicBezTo>
                  <a:cubicBezTo>
                    <a:pt x="453090" y="39298"/>
                    <a:pt x="461708" y="60103"/>
                    <a:pt x="461708" y="81797"/>
                  </a:cubicBezTo>
                  <a:lnTo>
                    <a:pt x="461708" y="1069432"/>
                  </a:lnTo>
                  <a:cubicBezTo>
                    <a:pt x="461708" y="1091126"/>
                    <a:pt x="453090" y="1111932"/>
                    <a:pt x="437750" y="1127272"/>
                  </a:cubicBezTo>
                  <a:cubicBezTo>
                    <a:pt x="422410" y="1142612"/>
                    <a:pt x="401604" y="1151230"/>
                    <a:pt x="379910" y="1151230"/>
                  </a:cubicBezTo>
                  <a:lnTo>
                    <a:pt x="81797" y="1151230"/>
                  </a:lnTo>
                  <a:cubicBezTo>
                    <a:pt x="60103" y="1151230"/>
                    <a:pt x="39298" y="1142612"/>
                    <a:pt x="23958" y="1127272"/>
                  </a:cubicBezTo>
                  <a:cubicBezTo>
                    <a:pt x="8618" y="1111932"/>
                    <a:pt x="0" y="1091126"/>
                    <a:pt x="0" y="1069432"/>
                  </a:cubicBezTo>
                  <a:lnTo>
                    <a:pt x="0" y="81797"/>
                  </a:lnTo>
                  <a:cubicBezTo>
                    <a:pt x="0" y="60103"/>
                    <a:pt x="8618" y="39298"/>
                    <a:pt x="23958" y="23958"/>
                  </a:cubicBezTo>
                  <a:cubicBezTo>
                    <a:pt x="39298" y="8618"/>
                    <a:pt x="60103" y="0"/>
                    <a:pt x="81797" y="0"/>
                  </a:cubicBezTo>
                  <a:close/>
                </a:path>
              </a:pathLst>
            </a:custGeom>
            <a:blipFill>
              <a:blip r:embed="rId7"/>
              <a:stretch>
                <a:fillRect l="-5369" t="0" r="-5369" b="0"/>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8" id="18"/>
          <p:cNvGrpSpPr/>
          <p:nvPr/>
        </p:nvGrpSpPr>
        <p:grpSpPr>
          <a:xfrm rot="0">
            <a:off x="13927556" y="1397132"/>
            <a:ext cx="3311131" cy="8256414"/>
            <a:chOff x="0" y="0"/>
            <a:chExt cx="461708" cy="1151284"/>
          </a:xfrm>
        </p:grpSpPr>
        <p:sp>
          <p:nvSpPr>
            <p:cNvPr name="Freeform 19" id="19"/>
            <p:cNvSpPr/>
            <p:nvPr/>
          </p:nvSpPr>
          <p:spPr>
            <a:xfrm flipH="false" flipV="false" rot="0">
              <a:off x="0" y="0"/>
              <a:ext cx="461708" cy="1151284"/>
            </a:xfrm>
            <a:custGeom>
              <a:avLst/>
              <a:gdLst/>
              <a:ahLst/>
              <a:cxnLst/>
              <a:rect r="r" b="b" t="t" l="l"/>
              <a:pathLst>
                <a:path h="1151284" w="461708">
                  <a:moveTo>
                    <a:pt x="81835" y="0"/>
                  </a:moveTo>
                  <a:lnTo>
                    <a:pt x="379873" y="0"/>
                  </a:lnTo>
                  <a:cubicBezTo>
                    <a:pt x="425069" y="0"/>
                    <a:pt x="461708" y="36639"/>
                    <a:pt x="461708" y="81835"/>
                  </a:cubicBezTo>
                  <a:lnTo>
                    <a:pt x="461708" y="1069448"/>
                  </a:lnTo>
                  <a:cubicBezTo>
                    <a:pt x="461708" y="1091152"/>
                    <a:pt x="453086" y="1111967"/>
                    <a:pt x="437739" y="1127315"/>
                  </a:cubicBezTo>
                  <a:cubicBezTo>
                    <a:pt x="422392" y="1142662"/>
                    <a:pt x="401577" y="1151284"/>
                    <a:pt x="379873" y="1151284"/>
                  </a:cubicBezTo>
                  <a:lnTo>
                    <a:pt x="81835" y="1151284"/>
                  </a:lnTo>
                  <a:cubicBezTo>
                    <a:pt x="36639" y="1151284"/>
                    <a:pt x="0" y="1114645"/>
                    <a:pt x="0" y="1069448"/>
                  </a:cubicBezTo>
                  <a:lnTo>
                    <a:pt x="0" y="81835"/>
                  </a:lnTo>
                  <a:cubicBezTo>
                    <a:pt x="0" y="36639"/>
                    <a:pt x="36639" y="0"/>
                    <a:pt x="81835" y="0"/>
                  </a:cubicBezTo>
                  <a:close/>
                </a:path>
              </a:pathLst>
            </a:custGeom>
            <a:blipFill>
              <a:blip r:embed="rId8"/>
              <a:stretch>
                <a:fillRect l="-5190" t="0" r="-5190" b="0"/>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sp>
        <p:nvSpPr>
          <p:cNvPr name="TextBox 20" id="20"/>
          <p:cNvSpPr txBox="true"/>
          <p:nvPr/>
        </p:nvSpPr>
        <p:spPr>
          <a:xfrm rot="0">
            <a:off x="1249629" y="704941"/>
            <a:ext cx="2395389"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Koleksi Kalung</a:t>
            </a:r>
          </a:p>
        </p:txBody>
      </p:sp>
      <p:sp>
        <p:nvSpPr>
          <p:cNvPr name="TextBox 21" id="21"/>
          <p:cNvSpPr txBox="true"/>
          <p:nvPr/>
        </p:nvSpPr>
        <p:spPr>
          <a:xfrm rot="0">
            <a:off x="10075519" y="733425"/>
            <a:ext cx="2195810"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Detail Produk</a:t>
            </a:r>
          </a:p>
        </p:txBody>
      </p:sp>
      <p:sp>
        <p:nvSpPr>
          <p:cNvPr name="TextBox 22" id="22"/>
          <p:cNvSpPr txBox="true"/>
          <p:nvPr/>
        </p:nvSpPr>
        <p:spPr>
          <a:xfrm rot="0">
            <a:off x="5403878" y="733425"/>
            <a:ext cx="2548235"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Koleksi Custom</a:t>
            </a:r>
          </a:p>
        </p:txBody>
      </p:sp>
      <p:sp>
        <p:nvSpPr>
          <p:cNvPr name="TextBox 23" id="23"/>
          <p:cNvSpPr txBox="true"/>
          <p:nvPr/>
        </p:nvSpPr>
        <p:spPr>
          <a:xfrm rot="0">
            <a:off x="13713542" y="733425"/>
            <a:ext cx="3739158"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Detail Produk (Custom)</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320000"/>
        </a:solidFill>
      </p:bgPr>
    </p:bg>
    <p:spTree>
      <p:nvGrpSpPr>
        <p:cNvPr id="1" name=""/>
        <p:cNvGrpSpPr/>
        <p:nvPr/>
      </p:nvGrpSpPr>
      <p:grpSpPr>
        <a:xfrm>
          <a:off x="0" y="0"/>
          <a:ext cx="0" cy="0"/>
          <a:chOff x="0" y="0"/>
          <a:chExt cx="0" cy="0"/>
        </a:xfrm>
      </p:grpSpPr>
      <p:grpSp>
        <p:nvGrpSpPr>
          <p:cNvPr name="Group 2" id="2"/>
          <p:cNvGrpSpPr/>
          <p:nvPr/>
        </p:nvGrpSpPr>
        <p:grpSpPr>
          <a:xfrm rot="0">
            <a:off x="1019175" y="-448043"/>
            <a:ext cx="16240125" cy="11118486"/>
            <a:chOff x="0" y="0"/>
            <a:chExt cx="21653500" cy="14824648"/>
          </a:xfrm>
        </p:grpSpPr>
        <p:sp>
          <p:nvSpPr>
            <p:cNvPr name="AutoShape 3" id="3"/>
            <p:cNvSpPr/>
            <p:nvPr/>
          </p:nvSpPr>
          <p:spPr>
            <a:xfrm>
              <a:off x="63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4" id="4"/>
            <p:cNvSpPr/>
            <p:nvPr/>
          </p:nvSpPr>
          <p:spPr>
            <a:xfrm>
              <a:off x="72199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5" id="5"/>
            <p:cNvSpPr/>
            <p:nvPr/>
          </p:nvSpPr>
          <p:spPr>
            <a:xfrm>
              <a:off x="144335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6" id="6"/>
            <p:cNvSpPr/>
            <p:nvPr/>
          </p:nvSpPr>
          <p:spPr>
            <a:xfrm>
              <a:off x="216471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grpSp>
      <p:sp>
        <p:nvSpPr>
          <p:cNvPr name="Freeform 7" id="7"/>
          <p:cNvSpPr/>
          <p:nvPr/>
        </p:nvSpPr>
        <p:spPr>
          <a:xfrm flipH="false" flipV="false" rot="0">
            <a:off x="-1069008" y="-1373680"/>
            <a:ext cx="7209415" cy="7209415"/>
          </a:xfrm>
          <a:custGeom>
            <a:avLst/>
            <a:gdLst/>
            <a:ahLst/>
            <a:cxnLst/>
            <a:rect r="r" b="b" t="t" l="l"/>
            <a:pathLst>
              <a:path h="7209415" w="7209415">
                <a:moveTo>
                  <a:pt x="0" y="0"/>
                </a:moveTo>
                <a:lnTo>
                  <a:pt x="7209414" y="0"/>
                </a:lnTo>
                <a:lnTo>
                  <a:pt x="7209414" y="7209415"/>
                </a:lnTo>
                <a:lnTo>
                  <a:pt x="0" y="7209415"/>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6305222" y="146101"/>
            <a:ext cx="1251032" cy="1251032"/>
          </a:xfrm>
          <a:custGeom>
            <a:avLst/>
            <a:gdLst/>
            <a:ahLst/>
            <a:cxnLst/>
            <a:rect r="r" b="b" t="t" l="l"/>
            <a:pathLst>
              <a:path h="1251032" w="1251032">
                <a:moveTo>
                  <a:pt x="0" y="0"/>
                </a:moveTo>
                <a:lnTo>
                  <a:pt x="1251032" y="0"/>
                </a:lnTo>
                <a:lnTo>
                  <a:pt x="1251032" y="1251031"/>
                </a:lnTo>
                <a:lnTo>
                  <a:pt x="0" y="125103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4584154" y="9085272"/>
            <a:ext cx="2758837" cy="568275"/>
          </a:xfrm>
          <a:custGeom>
            <a:avLst/>
            <a:gdLst/>
            <a:ahLst/>
            <a:cxnLst/>
            <a:rect r="r" b="b" t="t" l="l"/>
            <a:pathLst>
              <a:path h="568275" w="2758837">
                <a:moveTo>
                  <a:pt x="0" y="0"/>
                </a:moveTo>
                <a:lnTo>
                  <a:pt x="2758837" y="0"/>
                </a:lnTo>
                <a:lnTo>
                  <a:pt x="2758837" y="568274"/>
                </a:lnTo>
                <a:lnTo>
                  <a:pt x="0" y="568274"/>
                </a:lnTo>
                <a:lnTo>
                  <a:pt x="0" y="0"/>
                </a:lnTo>
                <a:close/>
              </a:path>
            </a:pathLst>
          </a:custGeom>
          <a:blipFill>
            <a:blip r:embed="rId4"/>
            <a:stretch>
              <a:fillRect l="0" t="-20329" r="0" b="-7659"/>
            </a:stretch>
          </a:blipFill>
        </p:spPr>
      </p:sp>
      <p:sp>
        <p:nvSpPr>
          <p:cNvPr name="Freeform 10" id="10"/>
          <p:cNvSpPr/>
          <p:nvPr/>
        </p:nvSpPr>
        <p:spPr>
          <a:xfrm flipH="false" flipV="false" rot="0">
            <a:off x="1249629" y="9085272"/>
            <a:ext cx="2758837" cy="568275"/>
          </a:xfrm>
          <a:custGeom>
            <a:avLst/>
            <a:gdLst/>
            <a:ahLst/>
            <a:cxnLst/>
            <a:rect r="r" b="b" t="t" l="l"/>
            <a:pathLst>
              <a:path h="568275" w="2758837">
                <a:moveTo>
                  <a:pt x="0" y="0"/>
                </a:moveTo>
                <a:lnTo>
                  <a:pt x="2758838" y="0"/>
                </a:lnTo>
                <a:lnTo>
                  <a:pt x="2758838" y="568274"/>
                </a:lnTo>
                <a:lnTo>
                  <a:pt x="0" y="568274"/>
                </a:lnTo>
                <a:lnTo>
                  <a:pt x="0" y="0"/>
                </a:lnTo>
                <a:close/>
              </a:path>
            </a:pathLst>
          </a:custGeom>
          <a:blipFill>
            <a:blip r:embed="rId4"/>
            <a:stretch>
              <a:fillRect l="0" t="-20329" r="0" b="-7659"/>
            </a:stretch>
          </a:blipFill>
        </p:spPr>
      </p:sp>
      <p:sp>
        <p:nvSpPr>
          <p:cNvPr name="Freeform 11" id="11"/>
          <p:cNvSpPr/>
          <p:nvPr/>
        </p:nvSpPr>
        <p:spPr>
          <a:xfrm flipH="false" flipV="false" rot="0">
            <a:off x="7952113" y="9085272"/>
            <a:ext cx="2775554" cy="571718"/>
          </a:xfrm>
          <a:custGeom>
            <a:avLst/>
            <a:gdLst/>
            <a:ahLst/>
            <a:cxnLst/>
            <a:rect r="r" b="b" t="t" l="l"/>
            <a:pathLst>
              <a:path h="571718" w="2775554">
                <a:moveTo>
                  <a:pt x="0" y="0"/>
                </a:moveTo>
                <a:lnTo>
                  <a:pt x="2775554" y="0"/>
                </a:lnTo>
                <a:lnTo>
                  <a:pt x="2775554" y="571718"/>
                </a:lnTo>
                <a:lnTo>
                  <a:pt x="0" y="571718"/>
                </a:lnTo>
                <a:lnTo>
                  <a:pt x="0" y="0"/>
                </a:lnTo>
                <a:close/>
              </a:path>
            </a:pathLst>
          </a:custGeom>
          <a:blipFill>
            <a:blip r:embed="rId4"/>
            <a:stretch>
              <a:fillRect l="0" t="-20329" r="0" b="-7659"/>
            </a:stretch>
          </a:blipFill>
        </p:spPr>
      </p:sp>
      <p:grpSp>
        <p:nvGrpSpPr>
          <p:cNvPr name="Group 12" id="12"/>
          <p:cNvGrpSpPr/>
          <p:nvPr/>
        </p:nvGrpSpPr>
        <p:grpSpPr>
          <a:xfrm rot="0">
            <a:off x="808007" y="1028700"/>
            <a:ext cx="3311131" cy="8624846"/>
            <a:chOff x="0" y="0"/>
            <a:chExt cx="461708" cy="1202658"/>
          </a:xfrm>
        </p:grpSpPr>
        <p:sp>
          <p:nvSpPr>
            <p:cNvPr name="Freeform 13" id="13"/>
            <p:cNvSpPr/>
            <p:nvPr/>
          </p:nvSpPr>
          <p:spPr>
            <a:xfrm flipH="false" flipV="false" rot="0">
              <a:off x="0" y="0"/>
              <a:ext cx="461708" cy="1202658"/>
            </a:xfrm>
            <a:custGeom>
              <a:avLst/>
              <a:gdLst/>
              <a:ahLst/>
              <a:cxnLst/>
              <a:rect r="r" b="b" t="t" l="l"/>
              <a:pathLst>
                <a:path h="1202658" w="461708">
                  <a:moveTo>
                    <a:pt x="81835" y="0"/>
                  </a:moveTo>
                  <a:lnTo>
                    <a:pt x="379873" y="0"/>
                  </a:lnTo>
                  <a:cubicBezTo>
                    <a:pt x="425069" y="0"/>
                    <a:pt x="461708" y="36639"/>
                    <a:pt x="461708" y="81835"/>
                  </a:cubicBezTo>
                  <a:lnTo>
                    <a:pt x="461708" y="1120823"/>
                  </a:lnTo>
                  <a:cubicBezTo>
                    <a:pt x="461708" y="1142527"/>
                    <a:pt x="453086" y="1163342"/>
                    <a:pt x="437739" y="1178689"/>
                  </a:cubicBezTo>
                  <a:cubicBezTo>
                    <a:pt x="422392" y="1194036"/>
                    <a:pt x="401577" y="1202658"/>
                    <a:pt x="379873" y="1202658"/>
                  </a:cubicBezTo>
                  <a:lnTo>
                    <a:pt x="81835" y="1202658"/>
                  </a:lnTo>
                  <a:cubicBezTo>
                    <a:pt x="36639" y="1202658"/>
                    <a:pt x="0" y="1166019"/>
                    <a:pt x="0" y="1120823"/>
                  </a:cubicBezTo>
                  <a:lnTo>
                    <a:pt x="0" y="81835"/>
                  </a:lnTo>
                  <a:cubicBezTo>
                    <a:pt x="0" y="36639"/>
                    <a:pt x="36639" y="0"/>
                    <a:pt x="81835" y="0"/>
                  </a:cubicBezTo>
                  <a:close/>
                </a:path>
              </a:pathLst>
            </a:custGeom>
            <a:blipFill>
              <a:blip r:embed="rId5"/>
              <a:stretch>
                <a:fillRect l="-1020" t="0" r="-1020" b="0"/>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4" id="14"/>
          <p:cNvGrpSpPr/>
          <p:nvPr/>
        </p:nvGrpSpPr>
        <p:grpSpPr>
          <a:xfrm rot="0">
            <a:off x="5108161" y="1028700"/>
            <a:ext cx="3312667" cy="8628290"/>
            <a:chOff x="0" y="0"/>
            <a:chExt cx="461708" cy="1202580"/>
          </a:xfrm>
        </p:grpSpPr>
        <p:sp>
          <p:nvSpPr>
            <p:cNvPr name="Freeform 15" id="15"/>
            <p:cNvSpPr/>
            <p:nvPr/>
          </p:nvSpPr>
          <p:spPr>
            <a:xfrm flipH="false" flipV="false" rot="0">
              <a:off x="0" y="0"/>
              <a:ext cx="461708" cy="1202580"/>
            </a:xfrm>
            <a:custGeom>
              <a:avLst/>
              <a:gdLst/>
              <a:ahLst/>
              <a:cxnLst/>
              <a:rect r="r" b="b" t="t" l="l"/>
              <a:pathLst>
                <a:path h="1202580" w="461708">
                  <a:moveTo>
                    <a:pt x="81797" y="0"/>
                  </a:moveTo>
                  <a:lnTo>
                    <a:pt x="379910" y="0"/>
                  </a:lnTo>
                  <a:cubicBezTo>
                    <a:pt x="401604" y="0"/>
                    <a:pt x="422410" y="8618"/>
                    <a:pt x="437750" y="23958"/>
                  </a:cubicBezTo>
                  <a:cubicBezTo>
                    <a:pt x="453090" y="39298"/>
                    <a:pt x="461708" y="60103"/>
                    <a:pt x="461708" y="81797"/>
                  </a:cubicBezTo>
                  <a:lnTo>
                    <a:pt x="461708" y="1120783"/>
                  </a:lnTo>
                  <a:cubicBezTo>
                    <a:pt x="461708" y="1142477"/>
                    <a:pt x="453090" y="1163283"/>
                    <a:pt x="437750" y="1178623"/>
                  </a:cubicBezTo>
                  <a:cubicBezTo>
                    <a:pt x="422410" y="1193963"/>
                    <a:pt x="401604" y="1202580"/>
                    <a:pt x="379910" y="1202580"/>
                  </a:cubicBezTo>
                  <a:lnTo>
                    <a:pt x="81797" y="1202580"/>
                  </a:lnTo>
                  <a:cubicBezTo>
                    <a:pt x="60103" y="1202580"/>
                    <a:pt x="39298" y="1193963"/>
                    <a:pt x="23958" y="1178623"/>
                  </a:cubicBezTo>
                  <a:cubicBezTo>
                    <a:pt x="8618" y="1163283"/>
                    <a:pt x="0" y="1142477"/>
                    <a:pt x="0" y="1120783"/>
                  </a:cubicBezTo>
                  <a:lnTo>
                    <a:pt x="0" y="81797"/>
                  </a:lnTo>
                  <a:cubicBezTo>
                    <a:pt x="0" y="60103"/>
                    <a:pt x="8618" y="39298"/>
                    <a:pt x="23958" y="23958"/>
                  </a:cubicBezTo>
                  <a:cubicBezTo>
                    <a:pt x="39298" y="8618"/>
                    <a:pt x="60103" y="0"/>
                    <a:pt x="81797" y="0"/>
                  </a:cubicBezTo>
                  <a:close/>
                </a:path>
              </a:pathLst>
            </a:custGeom>
            <a:blipFill>
              <a:blip r:embed="rId6"/>
              <a:stretch>
                <a:fillRect l="-5101" t="-8915" r="-5101" b="0"/>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6" id="16"/>
          <p:cNvGrpSpPr/>
          <p:nvPr/>
        </p:nvGrpSpPr>
        <p:grpSpPr>
          <a:xfrm rot="0">
            <a:off x="9517090" y="1028700"/>
            <a:ext cx="3312667" cy="8628290"/>
            <a:chOff x="0" y="0"/>
            <a:chExt cx="461708" cy="1202580"/>
          </a:xfrm>
        </p:grpSpPr>
        <p:sp>
          <p:nvSpPr>
            <p:cNvPr name="Freeform 17" id="17"/>
            <p:cNvSpPr/>
            <p:nvPr/>
          </p:nvSpPr>
          <p:spPr>
            <a:xfrm flipH="false" flipV="false" rot="0">
              <a:off x="0" y="0"/>
              <a:ext cx="461708" cy="1202580"/>
            </a:xfrm>
            <a:custGeom>
              <a:avLst/>
              <a:gdLst/>
              <a:ahLst/>
              <a:cxnLst/>
              <a:rect r="r" b="b" t="t" l="l"/>
              <a:pathLst>
                <a:path h="1202580" w="461708">
                  <a:moveTo>
                    <a:pt x="81797" y="0"/>
                  </a:moveTo>
                  <a:lnTo>
                    <a:pt x="379910" y="0"/>
                  </a:lnTo>
                  <a:cubicBezTo>
                    <a:pt x="401604" y="0"/>
                    <a:pt x="422410" y="8618"/>
                    <a:pt x="437750" y="23958"/>
                  </a:cubicBezTo>
                  <a:cubicBezTo>
                    <a:pt x="453090" y="39298"/>
                    <a:pt x="461708" y="60103"/>
                    <a:pt x="461708" y="81797"/>
                  </a:cubicBezTo>
                  <a:lnTo>
                    <a:pt x="461708" y="1120783"/>
                  </a:lnTo>
                  <a:cubicBezTo>
                    <a:pt x="461708" y="1142477"/>
                    <a:pt x="453090" y="1163283"/>
                    <a:pt x="437750" y="1178623"/>
                  </a:cubicBezTo>
                  <a:cubicBezTo>
                    <a:pt x="422410" y="1193963"/>
                    <a:pt x="401604" y="1202580"/>
                    <a:pt x="379910" y="1202580"/>
                  </a:cubicBezTo>
                  <a:lnTo>
                    <a:pt x="81797" y="1202580"/>
                  </a:lnTo>
                  <a:cubicBezTo>
                    <a:pt x="60103" y="1202580"/>
                    <a:pt x="39298" y="1193963"/>
                    <a:pt x="23958" y="1178623"/>
                  </a:cubicBezTo>
                  <a:cubicBezTo>
                    <a:pt x="8618" y="1163283"/>
                    <a:pt x="0" y="1142477"/>
                    <a:pt x="0" y="1120783"/>
                  </a:cubicBezTo>
                  <a:lnTo>
                    <a:pt x="0" y="81797"/>
                  </a:lnTo>
                  <a:cubicBezTo>
                    <a:pt x="0" y="60103"/>
                    <a:pt x="8618" y="39298"/>
                    <a:pt x="23958" y="23958"/>
                  </a:cubicBezTo>
                  <a:cubicBezTo>
                    <a:pt x="39298" y="8618"/>
                    <a:pt x="60103" y="0"/>
                    <a:pt x="81797" y="0"/>
                  </a:cubicBezTo>
                  <a:close/>
                </a:path>
              </a:pathLst>
            </a:custGeom>
            <a:blipFill>
              <a:blip r:embed="rId7"/>
              <a:stretch>
                <a:fillRect l="-7893" t="-14720" r="-7893" b="0"/>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8" id="18"/>
          <p:cNvGrpSpPr/>
          <p:nvPr/>
        </p:nvGrpSpPr>
        <p:grpSpPr>
          <a:xfrm rot="0">
            <a:off x="13908506" y="1028700"/>
            <a:ext cx="3311131" cy="9258300"/>
            <a:chOff x="0" y="0"/>
            <a:chExt cx="461708" cy="1290988"/>
          </a:xfrm>
        </p:grpSpPr>
        <p:sp>
          <p:nvSpPr>
            <p:cNvPr name="Freeform 19" id="19"/>
            <p:cNvSpPr/>
            <p:nvPr/>
          </p:nvSpPr>
          <p:spPr>
            <a:xfrm flipH="false" flipV="false" rot="0">
              <a:off x="0" y="0"/>
              <a:ext cx="461708" cy="1290988"/>
            </a:xfrm>
            <a:custGeom>
              <a:avLst/>
              <a:gdLst/>
              <a:ahLst/>
              <a:cxnLst/>
              <a:rect r="r" b="b" t="t" l="l"/>
              <a:pathLst>
                <a:path h="1290988" w="461708">
                  <a:moveTo>
                    <a:pt x="81835" y="0"/>
                  </a:moveTo>
                  <a:lnTo>
                    <a:pt x="379873" y="0"/>
                  </a:lnTo>
                  <a:cubicBezTo>
                    <a:pt x="425069" y="0"/>
                    <a:pt x="461708" y="36639"/>
                    <a:pt x="461708" y="81835"/>
                  </a:cubicBezTo>
                  <a:lnTo>
                    <a:pt x="461708" y="1209152"/>
                  </a:lnTo>
                  <a:cubicBezTo>
                    <a:pt x="461708" y="1254349"/>
                    <a:pt x="425069" y="1290988"/>
                    <a:pt x="379873" y="1290988"/>
                  </a:cubicBezTo>
                  <a:lnTo>
                    <a:pt x="81835" y="1290988"/>
                  </a:lnTo>
                  <a:cubicBezTo>
                    <a:pt x="36639" y="1290988"/>
                    <a:pt x="0" y="1254349"/>
                    <a:pt x="0" y="1209152"/>
                  </a:cubicBezTo>
                  <a:lnTo>
                    <a:pt x="0" y="81835"/>
                  </a:lnTo>
                  <a:cubicBezTo>
                    <a:pt x="0" y="36639"/>
                    <a:pt x="36639" y="0"/>
                    <a:pt x="81835" y="0"/>
                  </a:cubicBezTo>
                  <a:close/>
                </a:path>
              </a:pathLst>
            </a:custGeom>
            <a:blipFill>
              <a:blip r:embed="rId8"/>
              <a:stretch>
                <a:fillRect l="0" t="-1274" r="0" b="-1274"/>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sp>
        <p:nvSpPr>
          <p:cNvPr name="TextBox 20" id="20"/>
          <p:cNvSpPr txBox="true"/>
          <p:nvPr/>
        </p:nvSpPr>
        <p:spPr>
          <a:xfrm rot="0">
            <a:off x="662752" y="247741"/>
            <a:ext cx="3601641"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Pilih Charms (Custom)</a:t>
            </a:r>
          </a:p>
        </p:txBody>
      </p:sp>
      <p:sp>
        <p:nvSpPr>
          <p:cNvPr name="TextBox 21" id="21"/>
          <p:cNvSpPr txBox="true"/>
          <p:nvPr/>
        </p:nvSpPr>
        <p:spPr>
          <a:xfrm rot="0">
            <a:off x="14242833" y="247741"/>
            <a:ext cx="2356991"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Splash Screen</a:t>
            </a:r>
          </a:p>
        </p:txBody>
      </p:sp>
      <p:sp>
        <p:nvSpPr>
          <p:cNvPr name="TextBox 22" id="22"/>
          <p:cNvSpPr txBox="true"/>
          <p:nvPr/>
        </p:nvSpPr>
        <p:spPr>
          <a:xfrm rot="0">
            <a:off x="9994928" y="247741"/>
            <a:ext cx="2356991"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Splash Screen</a:t>
            </a:r>
          </a:p>
        </p:txBody>
      </p:sp>
      <p:sp>
        <p:nvSpPr>
          <p:cNvPr name="TextBox 23" id="23"/>
          <p:cNvSpPr txBox="true"/>
          <p:nvPr/>
        </p:nvSpPr>
        <p:spPr>
          <a:xfrm rot="0">
            <a:off x="5872561" y="247741"/>
            <a:ext cx="1683693"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Keranjang</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320000"/>
        </a:solidFill>
      </p:bgPr>
    </p:bg>
    <p:spTree>
      <p:nvGrpSpPr>
        <p:cNvPr id="1" name=""/>
        <p:cNvGrpSpPr/>
        <p:nvPr/>
      </p:nvGrpSpPr>
      <p:grpSpPr>
        <a:xfrm>
          <a:off x="0" y="0"/>
          <a:ext cx="0" cy="0"/>
          <a:chOff x="0" y="0"/>
          <a:chExt cx="0" cy="0"/>
        </a:xfrm>
      </p:grpSpPr>
      <p:grpSp>
        <p:nvGrpSpPr>
          <p:cNvPr name="Group 2" id="2"/>
          <p:cNvGrpSpPr/>
          <p:nvPr/>
        </p:nvGrpSpPr>
        <p:grpSpPr>
          <a:xfrm rot="0">
            <a:off x="1019175" y="-448043"/>
            <a:ext cx="16240125" cy="11118486"/>
            <a:chOff x="0" y="0"/>
            <a:chExt cx="21653500" cy="14824648"/>
          </a:xfrm>
        </p:grpSpPr>
        <p:sp>
          <p:nvSpPr>
            <p:cNvPr name="AutoShape 3" id="3"/>
            <p:cNvSpPr/>
            <p:nvPr/>
          </p:nvSpPr>
          <p:spPr>
            <a:xfrm>
              <a:off x="63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4" id="4"/>
            <p:cNvSpPr/>
            <p:nvPr/>
          </p:nvSpPr>
          <p:spPr>
            <a:xfrm>
              <a:off x="72199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5" id="5"/>
            <p:cNvSpPr/>
            <p:nvPr/>
          </p:nvSpPr>
          <p:spPr>
            <a:xfrm>
              <a:off x="144335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6" id="6"/>
            <p:cNvSpPr/>
            <p:nvPr/>
          </p:nvSpPr>
          <p:spPr>
            <a:xfrm>
              <a:off x="216471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grpSp>
      <p:sp>
        <p:nvSpPr>
          <p:cNvPr name="Freeform 7" id="7"/>
          <p:cNvSpPr/>
          <p:nvPr/>
        </p:nvSpPr>
        <p:spPr>
          <a:xfrm flipH="false" flipV="false" rot="0">
            <a:off x="-1069008" y="-1373680"/>
            <a:ext cx="7209415" cy="7209415"/>
          </a:xfrm>
          <a:custGeom>
            <a:avLst/>
            <a:gdLst/>
            <a:ahLst/>
            <a:cxnLst/>
            <a:rect r="r" b="b" t="t" l="l"/>
            <a:pathLst>
              <a:path h="7209415" w="7209415">
                <a:moveTo>
                  <a:pt x="0" y="0"/>
                </a:moveTo>
                <a:lnTo>
                  <a:pt x="7209414" y="0"/>
                </a:lnTo>
                <a:lnTo>
                  <a:pt x="7209414" y="7209415"/>
                </a:lnTo>
                <a:lnTo>
                  <a:pt x="0" y="7209415"/>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6305222" y="146101"/>
            <a:ext cx="1251032" cy="1251032"/>
          </a:xfrm>
          <a:custGeom>
            <a:avLst/>
            <a:gdLst/>
            <a:ahLst/>
            <a:cxnLst/>
            <a:rect r="r" b="b" t="t" l="l"/>
            <a:pathLst>
              <a:path h="1251032" w="1251032">
                <a:moveTo>
                  <a:pt x="0" y="0"/>
                </a:moveTo>
                <a:lnTo>
                  <a:pt x="1251032" y="0"/>
                </a:lnTo>
                <a:lnTo>
                  <a:pt x="1251032" y="1251031"/>
                </a:lnTo>
                <a:lnTo>
                  <a:pt x="0" y="125103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4584154" y="9085272"/>
            <a:ext cx="2758837" cy="568275"/>
          </a:xfrm>
          <a:custGeom>
            <a:avLst/>
            <a:gdLst/>
            <a:ahLst/>
            <a:cxnLst/>
            <a:rect r="r" b="b" t="t" l="l"/>
            <a:pathLst>
              <a:path h="568275" w="2758837">
                <a:moveTo>
                  <a:pt x="0" y="0"/>
                </a:moveTo>
                <a:lnTo>
                  <a:pt x="2758837" y="0"/>
                </a:lnTo>
                <a:lnTo>
                  <a:pt x="2758837" y="568274"/>
                </a:lnTo>
                <a:lnTo>
                  <a:pt x="0" y="568274"/>
                </a:lnTo>
                <a:lnTo>
                  <a:pt x="0" y="0"/>
                </a:lnTo>
                <a:close/>
              </a:path>
            </a:pathLst>
          </a:custGeom>
          <a:blipFill>
            <a:blip r:embed="rId4"/>
            <a:stretch>
              <a:fillRect l="0" t="-20329" r="0" b="-7659"/>
            </a:stretch>
          </a:blipFill>
        </p:spPr>
      </p:sp>
      <p:sp>
        <p:nvSpPr>
          <p:cNvPr name="Freeform 10" id="10"/>
          <p:cNvSpPr/>
          <p:nvPr/>
        </p:nvSpPr>
        <p:spPr>
          <a:xfrm flipH="false" flipV="false" rot="0">
            <a:off x="1249629" y="9085272"/>
            <a:ext cx="2758837" cy="568275"/>
          </a:xfrm>
          <a:custGeom>
            <a:avLst/>
            <a:gdLst/>
            <a:ahLst/>
            <a:cxnLst/>
            <a:rect r="r" b="b" t="t" l="l"/>
            <a:pathLst>
              <a:path h="568275" w="2758837">
                <a:moveTo>
                  <a:pt x="0" y="0"/>
                </a:moveTo>
                <a:lnTo>
                  <a:pt x="2758838" y="0"/>
                </a:lnTo>
                <a:lnTo>
                  <a:pt x="2758838" y="568274"/>
                </a:lnTo>
                <a:lnTo>
                  <a:pt x="0" y="568274"/>
                </a:lnTo>
                <a:lnTo>
                  <a:pt x="0" y="0"/>
                </a:lnTo>
                <a:close/>
              </a:path>
            </a:pathLst>
          </a:custGeom>
          <a:blipFill>
            <a:blip r:embed="rId4"/>
            <a:stretch>
              <a:fillRect l="0" t="-20329" r="0" b="-7659"/>
            </a:stretch>
          </a:blipFill>
        </p:spPr>
      </p:sp>
      <p:sp>
        <p:nvSpPr>
          <p:cNvPr name="Freeform 11" id="11"/>
          <p:cNvSpPr/>
          <p:nvPr/>
        </p:nvSpPr>
        <p:spPr>
          <a:xfrm flipH="false" flipV="false" rot="0">
            <a:off x="7952113" y="9085272"/>
            <a:ext cx="2775554" cy="571718"/>
          </a:xfrm>
          <a:custGeom>
            <a:avLst/>
            <a:gdLst/>
            <a:ahLst/>
            <a:cxnLst/>
            <a:rect r="r" b="b" t="t" l="l"/>
            <a:pathLst>
              <a:path h="571718" w="2775554">
                <a:moveTo>
                  <a:pt x="0" y="0"/>
                </a:moveTo>
                <a:lnTo>
                  <a:pt x="2775554" y="0"/>
                </a:lnTo>
                <a:lnTo>
                  <a:pt x="2775554" y="571718"/>
                </a:lnTo>
                <a:lnTo>
                  <a:pt x="0" y="571718"/>
                </a:lnTo>
                <a:lnTo>
                  <a:pt x="0" y="0"/>
                </a:lnTo>
                <a:close/>
              </a:path>
            </a:pathLst>
          </a:custGeom>
          <a:blipFill>
            <a:blip r:embed="rId4"/>
            <a:stretch>
              <a:fillRect l="0" t="-20329" r="0" b="-7659"/>
            </a:stretch>
          </a:blipFill>
        </p:spPr>
      </p:sp>
      <p:grpSp>
        <p:nvGrpSpPr>
          <p:cNvPr name="Group 12" id="12"/>
          <p:cNvGrpSpPr/>
          <p:nvPr/>
        </p:nvGrpSpPr>
        <p:grpSpPr>
          <a:xfrm rot="0">
            <a:off x="808007" y="1397132"/>
            <a:ext cx="3311131" cy="8256414"/>
            <a:chOff x="0" y="0"/>
            <a:chExt cx="461708" cy="1151284"/>
          </a:xfrm>
        </p:grpSpPr>
        <p:sp>
          <p:nvSpPr>
            <p:cNvPr name="Freeform 13" id="13"/>
            <p:cNvSpPr/>
            <p:nvPr/>
          </p:nvSpPr>
          <p:spPr>
            <a:xfrm flipH="false" flipV="false" rot="0">
              <a:off x="0" y="0"/>
              <a:ext cx="461708" cy="1151284"/>
            </a:xfrm>
            <a:custGeom>
              <a:avLst/>
              <a:gdLst/>
              <a:ahLst/>
              <a:cxnLst/>
              <a:rect r="r" b="b" t="t" l="l"/>
              <a:pathLst>
                <a:path h="1151284" w="461708">
                  <a:moveTo>
                    <a:pt x="81835" y="0"/>
                  </a:moveTo>
                  <a:lnTo>
                    <a:pt x="379873" y="0"/>
                  </a:lnTo>
                  <a:cubicBezTo>
                    <a:pt x="425069" y="0"/>
                    <a:pt x="461708" y="36639"/>
                    <a:pt x="461708" y="81835"/>
                  </a:cubicBezTo>
                  <a:lnTo>
                    <a:pt x="461708" y="1069448"/>
                  </a:lnTo>
                  <a:cubicBezTo>
                    <a:pt x="461708" y="1091152"/>
                    <a:pt x="453086" y="1111967"/>
                    <a:pt x="437739" y="1127315"/>
                  </a:cubicBezTo>
                  <a:cubicBezTo>
                    <a:pt x="422392" y="1142662"/>
                    <a:pt x="401577" y="1151284"/>
                    <a:pt x="379873" y="1151284"/>
                  </a:cubicBezTo>
                  <a:lnTo>
                    <a:pt x="81835" y="1151284"/>
                  </a:lnTo>
                  <a:cubicBezTo>
                    <a:pt x="36639" y="1151284"/>
                    <a:pt x="0" y="1114645"/>
                    <a:pt x="0" y="1069448"/>
                  </a:cubicBezTo>
                  <a:lnTo>
                    <a:pt x="0" y="81835"/>
                  </a:lnTo>
                  <a:cubicBezTo>
                    <a:pt x="0" y="36639"/>
                    <a:pt x="36639" y="0"/>
                    <a:pt x="81835" y="0"/>
                  </a:cubicBezTo>
                  <a:close/>
                </a:path>
              </a:pathLst>
            </a:custGeom>
            <a:blipFill>
              <a:blip r:embed="rId5"/>
              <a:stretch>
                <a:fillRect l="0" t="-15743" r="0" b="-15743"/>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4" id="14"/>
          <p:cNvGrpSpPr/>
          <p:nvPr/>
        </p:nvGrpSpPr>
        <p:grpSpPr>
          <a:xfrm rot="0">
            <a:off x="5108161" y="1397132"/>
            <a:ext cx="3312667" cy="8259858"/>
            <a:chOff x="0" y="0"/>
            <a:chExt cx="461708" cy="1151230"/>
          </a:xfrm>
        </p:grpSpPr>
        <p:sp>
          <p:nvSpPr>
            <p:cNvPr name="Freeform 15" id="15"/>
            <p:cNvSpPr/>
            <p:nvPr/>
          </p:nvSpPr>
          <p:spPr>
            <a:xfrm flipH="false" flipV="false" rot="0">
              <a:off x="0" y="0"/>
              <a:ext cx="461708" cy="1151230"/>
            </a:xfrm>
            <a:custGeom>
              <a:avLst/>
              <a:gdLst/>
              <a:ahLst/>
              <a:cxnLst/>
              <a:rect r="r" b="b" t="t" l="l"/>
              <a:pathLst>
                <a:path h="1151230" w="461708">
                  <a:moveTo>
                    <a:pt x="81797" y="0"/>
                  </a:moveTo>
                  <a:lnTo>
                    <a:pt x="379910" y="0"/>
                  </a:lnTo>
                  <a:cubicBezTo>
                    <a:pt x="401604" y="0"/>
                    <a:pt x="422410" y="8618"/>
                    <a:pt x="437750" y="23958"/>
                  </a:cubicBezTo>
                  <a:cubicBezTo>
                    <a:pt x="453090" y="39298"/>
                    <a:pt x="461708" y="60103"/>
                    <a:pt x="461708" y="81797"/>
                  </a:cubicBezTo>
                  <a:lnTo>
                    <a:pt x="461708" y="1069432"/>
                  </a:lnTo>
                  <a:cubicBezTo>
                    <a:pt x="461708" y="1091126"/>
                    <a:pt x="453090" y="1111932"/>
                    <a:pt x="437750" y="1127272"/>
                  </a:cubicBezTo>
                  <a:cubicBezTo>
                    <a:pt x="422410" y="1142612"/>
                    <a:pt x="401604" y="1151230"/>
                    <a:pt x="379910" y="1151230"/>
                  </a:cubicBezTo>
                  <a:lnTo>
                    <a:pt x="81797" y="1151230"/>
                  </a:lnTo>
                  <a:cubicBezTo>
                    <a:pt x="60103" y="1151230"/>
                    <a:pt x="39298" y="1142612"/>
                    <a:pt x="23958" y="1127272"/>
                  </a:cubicBezTo>
                  <a:cubicBezTo>
                    <a:pt x="8618" y="1111932"/>
                    <a:pt x="0" y="1091126"/>
                    <a:pt x="0" y="1069432"/>
                  </a:cubicBezTo>
                  <a:lnTo>
                    <a:pt x="0" y="81797"/>
                  </a:lnTo>
                  <a:cubicBezTo>
                    <a:pt x="0" y="60103"/>
                    <a:pt x="8618" y="39298"/>
                    <a:pt x="23958" y="23958"/>
                  </a:cubicBezTo>
                  <a:cubicBezTo>
                    <a:pt x="39298" y="8618"/>
                    <a:pt x="60103" y="0"/>
                    <a:pt x="81797" y="0"/>
                  </a:cubicBezTo>
                  <a:close/>
                </a:path>
              </a:pathLst>
            </a:custGeom>
            <a:blipFill>
              <a:blip r:embed="rId6"/>
              <a:stretch>
                <a:fillRect l="0" t="-17122" r="0" b="-17122"/>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6" id="16"/>
          <p:cNvGrpSpPr/>
          <p:nvPr/>
        </p:nvGrpSpPr>
        <p:grpSpPr>
          <a:xfrm rot="0">
            <a:off x="9517090" y="1397132"/>
            <a:ext cx="3312667" cy="8259858"/>
            <a:chOff x="0" y="0"/>
            <a:chExt cx="461708" cy="1151230"/>
          </a:xfrm>
        </p:grpSpPr>
        <p:sp>
          <p:nvSpPr>
            <p:cNvPr name="Freeform 17" id="17"/>
            <p:cNvSpPr/>
            <p:nvPr/>
          </p:nvSpPr>
          <p:spPr>
            <a:xfrm flipH="false" flipV="false" rot="0">
              <a:off x="0" y="0"/>
              <a:ext cx="461708" cy="1151230"/>
            </a:xfrm>
            <a:custGeom>
              <a:avLst/>
              <a:gdLst/>
              <a:ahLst/>
              <a:cxnLst/>
              <a:rect r="r" b="b" t="t" l="l"/>
              <a:pathLst>
                <a:path h="1151230" w="461708">
                  <a:moveTo>
                    <a:pt x="81797" y="0"/>
                  </a:moveTo>
                  <a:lnTo>
                    <a:pt x="379910" y="0"/>
                  </a:lnTo>
                  <a:cubicBezTo>
                    <a:pt x="401604" y="0"/>
                    <a:pt x="422410" y="8618"/>
                    <a:pt x="437750" y="23958"/>
                  </a:cubicBezTo>
                  <a:cubicBezTo>
                    <a:pt x="453090" y="39298"/>
                    <a:pt x="461708" y="60103"/>
                    <a:pt x="461708" y="81797"/>
                  </a:cubicBezTo>
                  <a:lnTo>
                    <a:pt x="461708" y="1069432"/>
                  </a:lnTo>
                  <a:cubicBezTo>
                    <a:pt x="461708" y="1091126"/>
                    <a:pt x="453090" y="1111932"/>
                    <a:pt x="437750" y="1127272"/>
                  </a:cubicBezTo>
                  <a:cubicBezTo>
                    <a:pt x="422410" y="1142612"/>
                    <a:pt x="401604" y="1151230"/>
                    <a:pt x="379910" y="1151230"/>
                  </a:cubicBezTo>
                  <a:lnTo>
                    <a:pt x="81797" y="1151230"/>
                  </a:lnTo>
                  <a:cubicBezTo>
                    <a:pt x="60103" y="1151230"/>
                    <a:pt x="39298" y="1142612"/>
                    <a:pt x="23958" y="1127272"/>
                  </a:cubicBezTo>
                  <a:cubicBezTo>
                    <a:pt x="8618" y="1111932"/>
                    <a:pt x="0" y="1091126"/>
                    <a:pt x="0" y="1069432"/>
                  </a:cubicBezTo>
                  <a:lnTo>
                    <a:pt x="0" y="81797"/>
                  </a:lnTo>
                  <a:cubicBezTo>
                    <a:pt x="0" y="60103"/>
                    <a:pt x="8618" y="39298"/>
                    <a:pt x="23958" y="23958"/>
                  </a:cubicBezTo>
                  <a:cubicBezTo>
                    <a:pt x="39298" y="8618"/>
                    <a:pt x="60103" y="0"/>
                    <a:pt x="81797" y="0"/>
                  </a:cubicBezTo>
                  <a:close/>
                </a:path>
              </a:pathLst>
            </a:custGeom>
            <a:blipFill>
              <a:blip r:embed="rId7"/>
              <a:stretch>
                <a:fillRect l="0" t="-1089" r="0" b="-1089"/>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8" id="18"/>
          <p:cNvGrpSpPr/>
          <p:nvPr/>
        </p:nvGrpSpPr>
        <p:grpSpPr>
          <a:xfrm rot="0">
            <a:off x="13927556" y="1397132"/>
            <a:ext cx="3311131" cy="8256414"/>
            <a:chOff x="0" y="0"/>
            <a:chExt cx="461708" cy="1151284"/>
          </a:xfrm>
        </p:grpSpPr>
        <p:sp>
          <p:nvSpPr>
            <p:cNvPr name="Freeform 19" id="19"/>
            <p:cNvSpPr/>
            <p:nvPr/>
          </p:nvSpPr>
          <p:spPr>
            <a:xfrm flipH="false" flipV="false" rot="0">
              <a:off x="0" y="0"/>
              <a:ext cx="461708" cy="1151284"/>
            </a:xfrm>
            <a:custGeom>
              <a:avLst/>
              <a:gdLst/>
              <a:ahLst/>
              <a:cxnLst/>
              <a:rect r="r" b="b" t="t" l="l"/>
              <a:pathLst>
                <a:path h="1151284" w="461708">
                  <a:moveTo>
                    <a:pt x="81835" y="0"/>
                  </a:moveTo>
                  <a:lnTo>
                    <a:pt x="379873" y="0"/>
                  </a:lnTo>
                  <a:cubicBezTo>
                    <a:pt x="425069" y="0"/>
                    <a:pt x="461708" y="36639"/>
                    <a:pt x="461708" y="81835"/>
                  </a:cubicBezTo>
                  <a:lnTo>
                    <a:pt x="461708" y="1069448"/>
                  </a:lnTo>
                  <a:cubicBezTo>
                    <a:pt x="461708" y="1091152"/>
                    <a:pt x="453086" y="1111967"/>
                    <a:pt x="437739" y="1127315"/>
                  </a:cubicBezTo>
                  <a:cubicBezTo>
                    <a:pt x="422392" y="1142662"/>
                    <a:pt x="401577" y="1151284"/>
                    <a:pt x="379873" y="1151284"/>
                  </a:cubicBezTo>
                  <a:lnTo>
                    <a:pt x="81835" y="1151284"/>
                  </a:lnTo>
                  <a:cubicBezTo>
                    <a:pt x="36639" y="1151284"/>
                    <a:pt x="0" y="1114645"/>
                    <a:pt x="0" y="1069448"/>
                  </a:cubicBezTo>
                  <a:lnTo>
                    <a:pt x="0" y="81835"/>
                  </a:lnTo>
                  <a:cubicBezTo>
                    <a:pt x="0" y="36639"/>
                    <a:pt x="36639" y="0"/>
                    <a:pt x="81835" y="0"/>
                  </a:cubicBezTo>
                  <a:close/>
                </a:path>
              </a:pathLst>
            </a:custGeom>
            <a:blipFill>
              <a:blip r:embed="rId8"/>
              <a:stretch>
                <a:fillRect l="0" t="-286" r="0" b="-286"/>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sp>
        <p:nvSpPr>
          <p:cNvPr name="TextBox 20" id="20"/>
          <p:cNvSpPr txBox="true"/>
          <p:nvPr/>
        </p:nvSpPr>
        <p:spPr>
          <a:xfrm rot="0">
            <a:off x="688871" y="704941"/>
            <a:ext cx="3530352"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Pembayaran Berhasil</a:t>
            </a:r>
          </a:p>
        </p:txBody>
      </p:sp>
      <p:sp>
        <p:nvSpPr>
          <p:cNvPr name="TextBox 21" id="21"/>
          <p:cNvSpPr txBox="true"/>
          <p:nvPr/>
        </p:nvSpPr>
        <p:spPr>
          <a:xfrm rot="0">
            <a:off x="14898517" y="704941"/>
            <a:ext cx="1435745"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Pesanan</a:t>
            </a:r>
          </a:p>
        </p:txBody>
      </p:sp>
      <p:sp>
        <p:nvSpPr>
          <p:cNvPr name="TextBox 22" id="22"/>
          <p:cNvSpPr txBox="true"/>
          <p:nvPr/>
        </p:nvSpPr>
        <p:spPr>
          <a:xfrm rot="0">
            <a:off x="10607430" y="733425"/>
            <a:ext cx="1131987"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Favorit</a:t>
            </a:r>
          </a:p>
        </p:txBody>
      </p:sp>
      <p:sp>
        <p:nvSpPr>
          <p:cNvPr name="TextBox 23" id="23"/>
          <p:cNvSpPr txBox="true"/>
          <p:nvPr/>
        </p:nvSpPr>
        <p:spPr>
          <a:xfrm rot="0">
            <a:off x="5201055" y="733425"/>
            <a:ext cx="3126879"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Pembayaran Gagal</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320000"/>
        </a:solidFill>
      </p:bgPr>
    </p:bg>
    <p:spTree>
      <p:nvGrpSpPr>
        <p:cNvPr id="1" name=""/>
        <p:cNvGrpSpPr/>
        <p:nvPr/>
      </p:nvGrpSpPr>
      <p:grpSpPr>
        <a:xfrm>
          <a:off x="0" y="0"/>
          <a:ext cx="0" cy="0"/>
          <a:chOff x="0" y="0"/>
          <a:chExt cx="0" cy="0"/>
        </a:xfrm>
      </p:grpSpPr>
      <p:grpSp>
        <p:nvGrpSpPr>
          <p:cNvPr name="Group 2" id="2"/>
          <p:cNvGrpSpPr/>
          <p:nvPr/>
        </p:nvGrpSpPr>
        <p:grpSpPr>
          <a:xfrm rot="0">
            <a:off x="1019175" y="-448043"/>
            <a:ext cx="16240125" cy="11118486"/>
            <a:chOff x="0" y="0"/>
            <a:chExt cx="21653500" cy="14824648"/>
          </a:xfrm>
        </p:grpSpPr>
        <p:sp>
          <p:nvSpPr>
            <p:cNvPr name="AutoShape 3" id="3"/>
            <p:cNvSpPr/>
            <p:nvPr/>
          </p:nvSpPr>
          <p:spPr>
            <a:xfrm>
              <a:off x="63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4" id="4"/>
            <p:cNvSpPr/>
            <p:nvPr/>
          </p:nvSpPr>
          <p:spPr>
            <a:xfrm>
              <a:off x="72199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5" id="5"/>
            <p:cNvSpPr/>
            <p:nvPr/>
          </p:nvSpPr>
          <p:spPr>
            <a:xfrm>
              <a:off x="144335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6" id="6"/>
            <p:cNvSpPr/>
            <p:nvPr/>
          </p:nvSpPr>
          <p:spPr>
            <a:xfrm>
              <a:off x="216471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grpSp>
      <p:sp>
        <p:nvSpPr>
          <p:cNvPr name="Freeform 7" id="7"/>
          <p:cNvSpPr/>
          <p:nvPr/>
        </p:nvSpPr>
        <p:spPr>
          <a:xfrm flipH="false" flipV="false" rot="0">
            <a:off x="-1069008" y="-1373680"/>
            <a:ext cx="7209415" cy="7209415"/>
          </a:xfrm>
          <a:custGeom>
            <a:avLst/>
            <a:gdLst/>
            <a:ahLst/>
            <a:cxnLst/>
            <a:rect r="r" b="b" t="t" l="l"/>
            <a:pathLst>
              <a:path h="7209415" w="7209415">
                <a:moveTo>
                  <a:pt x="0" y="0"/>
                </a:moveTo>
                <a:lnTo>
                  <a:pt x="7209414" y="0"/>
                </a:lnTo>
                <a:lnTo>
                  <a:pt x="7209414" y="7209415"/>
                </a:lnTo>
                <a:lnTo>
                  <a:pt x="0" y="7209415"/>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6305222" y="146101"/>
            <a:ext cx="1251032" cy="1251032"/>
          </a:xfrm>
          <a:custGeom>
            <a:avLst/>
            <a:gdLst/>
            <a:ahLst/>
            <a:cxnLst/>
            <a:rect r="r" b="b" t="t" l="l"/>
            <a:pathLst>
              <a:path h="1251032" w="1251032">
                <a:moveTo>
                  <a:pt x="0" y="0"/>
                </a:moveTo>
                <a:lnTo>
                  <a:pt x="1251032" y="0"/>
                </a:lnTo>
                <a:lnTo>
                  <a:pt x="1251032" y="1251031"/>
                </a:lnTo>
                <a:lnTo>
                  <a:pt x="0" y="125103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4584154" y="9085272"/>
            <a:ext cx="2758837" cy="568275"/>
          </a:xfrm>
          <a:custGeom>
            <a:avLst/>
            <a:gdLst/>
            <a:ahLst/>
            <a:cxnLst/>
            <a:rect r="r" b="b" t="t" l="l"/>
            <a:pathLst>
              <a:path h="568275" w="2758837">
                <a:moveTo>
                  <a:pt x="0" y="0"/>
                </a:moveTo>
                <a:lnTo>
                  <a:pt x="2758837" y="0"/>
                </a:lnTo>
                <a:lnTo>
                  <a:pt x="2758837" y="568274"/>
                </a:lnTo>
                <a:lnTo>
                  <a:pt x="0" y="568274"/>
                </a:lnTo>
                <a:lnTo>
                  <a:pt x="0" y="0"/>
                </a:lnTo>
                <a:close/>
              </a:path>
            </a:pathLst>
          </a:custGeom>
          <a:blipFill>
            <a:blip r:embed="rId4"/>
            <a:stretch>
              <a:fillRect l="0" t="-20329" r="0" b="-7659"/>
            </a:stretch>
          </a:blipFill>
        </p:spPr>
      </p:sp>
      <p:sp>
        <p:nvSpPr>
          <p:cNvPr name="Freeform 10" id="10"/>
          <p:cNvSpPr/>
          <p:nvPr/>
        </p:nvSpPr>
        <p:spPr>
          <a:xfrm flipH="false" flipV="false" rot="0">
            <a:off x="1249629" y="9085272"/>
            <a:ext cx="2758837" cy="568275"/>
          </a:xfrm>
          <a:custGeom>
            <a:avLst/>
            <a:gdLst/>
            <a:ahLst/>
            <a:cxnLst/>
            <a:rect r="r" b="b" t="t" l="l"/>
            <a:pathLst>
              <a:path h="568275" w="2758837">
                <a:moveTo>
                  <a:pt x="0" y="0"/>
                </a:moveTo>
                <a:lnTo>
                  <a:pt x="2758838" y="0"/>
                </a:lnTo>
                <a:lnTo>
                  <a:pt x="2758838" y="568274"/>
                </a:lnTo>
                <a:lnTo>
                  <a:pt x="0" y="568274"/>
                </a:lnTo>
                <a:lnTo>
                  <a:pt x="0" y="0"/>
                </a:lnTo>
                <a:close/>
              </a:path>
            </a:pathLst>
          </a:custGeom>
          <a:blipFill>
            <a:blip r:embed="rId4"/>
            <a:stretch>
              <a:fillRect l="0" t="-20329" r="0" b="-7659"/>
            </a:stretch>
          </a:blipFill>
        </p:spPr>
      </p:sp>
      <p:sp>
        <p:nvSpPr>
          <p:cNvPr name="Freeform 11" id="11"/>
          <p:cNvSpPr/>
          <p:nvPr/>
        </p:nvSpPr>
        <p:spPr>
          <a:xfrm flipH="false" flipV="false" rot="0">
            <a:off x="7952113" y="9085272"/>
            <a:ext cx="2775554" cy="571718"/>
          </a:xfrm>
          <a:custGeom>
            <a:avLst/>
            <a:gdLst/>
            <a:ahLst/>
            <a:cxnLst/>
            <a:rect r="r" b="b" t="t" l="l"/>
            <a:pathLst>
              <a:path h="571718" w="2775554">
                <a:moveTo>
                  <a:pt x="0" y="0"/>
                </a:moveTo>
                <a:lnTo>
                  <a:pt x="2775554" y="0"/>
                </a:lnTo>
                <a:lnTo>
                  <a:pt x="2775554" y="571718"/>
                </a:lnTo>
                <a:lnTo>
                  <a:pt x="0" y="571718"/>
                </a:lnTo>
                <a:lnTo>
                  <a:pt x="0" y="0"/>
                </a:lnTo>
                <a:close/>
              </a:path>
            </a:pathLst>
          </a:custGeom>
          <a:blipFill>
            <a:blip r:embed="rId4"/>
            <a:stretch>
              <a:fillRect l="0" t="-20329" r="0" b="-7659"/>
            </a:stretch>
          </a:blipFill>
        </p:spPr>
      </p:sp>
      <p:grpSp>
        <p:nvGrpSpPr>
          <p:cNvPr name="Group 12" id="12"/>
          <p:cNvGrpSpPr/>
          <p:nvPr/>
        </p:nvGrpSpPr>
        <p:grpSpPr>
          <a:xfrm rot="0">
            <a:off x="808007" y="1397132"/>
            <a:ext cx="3311131" cy="8256414"/>
            <a:chOff x="0" y="0"/>
            <a:chExt cx="461708" cy="1151284"/>
          </a:xfrm>
        </p:grpSpPr>
        <p:sp>
          <p:nvSpPr>
            <p:cNvPr name="Freeform 13" id="13"/>
            <p:cNvSpPr/>
            <p:nvPr/>
          </p:nvSpPr>
          <p:spPr>
            <a:xfrm flipH="false" flipV="false" rot="0">
              <a:off x="0" y="0"/>
              <a:ext cx="461708" cy="1151284"/>
            </a:xfrm>
            <a:custGeom>
              <a:avLst/>
              <a:gdLst/>
              <a:ahLst/>
              <a:cxnLst/>
              <a:rect r="r" b="b" t="t" l="l"/>
              <a:pathLst>
                <a:path h="1151284" w="461708">
                  <a:moveTo>
                    <a:pt x="81835" y="0"/>
                  </a:moveTo>
                  <a:lnTo>
                    <a:pt x="379873" y="0"/>
                  </a:lnTo>
                  <a:cubicBezTo>
                    <a:pt x="425069" y="0"/>
                    <a:pt x="461708" y="36639"/>
                    <a:pt x="461708" y="81835"/>
                  </a:cubicBezTo>
                  <a:lnTo>
                    <a:pt x="461708" y="1069448"/>
                  </a:lnTo>
                  <a:cubicBezTo>
                    <a:pt x="461708" y="1091152"/>
                    <a:pt x="453086" y="1111967"/>
                    <a:pt x="437739" y="1127315"/>
                  </a:cubicBezTo>
                  <a:cubicBezTo>
                    <a:pt x="422392" y="1142662"/>
                    <a:pt x="401577" y="1151284"/>
                    <a:pt x="379873" y="1151284"/>
                  </a:cubicBezTo>
                  <a:lnTo>
                    <a:pt x="81835" y="1151284"/>
                  </a:lnTo>
                  <a:cubicBezTo>
                    <a:pt x="36639" y="1151284"/>
                    <a:pt x="0" y="1114645"/>
                    <a:pt x="0" y="1069448"/>
                  </a:cubicBezTo>
                  <a:lnTo>
                    <a:pt x="0" y="81835"/>
                  </a:lnTo>
                  <a:cubicBezTo>
                    <a:pt x="0" y="36639"/>
                    <a:pt x="36639" y="0"/>
                    <a:pt x="81835" y="0"/>
                  </a:cubicBezTo>
                  <a:close/>
                </a:path>
              </a:pathLst>
            </a:custGeom>
            <a:blipFill>
              <a:blip r:embed="rId5"/>
              <a:stretch>
                <a:fillRect l="-182" t="0" r="-182" b="0"/>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4" id="14"/>
          <p:cNvGrpSpPr/>
          <p:nvPr/>
        </p:nvGrpSpPr>
        <p:grpSpPr>
          <a:xfrm rot="0">
            <a:off x="5108161" y="1397132"/>
            <a:ext cx="3312667" cy="8259858"/>
            <a:chOff x="0" y="0"/>
            <a:chExt cx="461708" cy="1151230"/>
          </a:xfrm>
        </p:grpSpPr>
        <p:sp>
          <p:nvSpPr>
            <p:cNvPr name="Freeform 15" id="15"/>
            <p:cNvSpPr/>
            <p:nvPr/>
          </p:nvSpPr>
          <p:spPr>
            <a:xfrm flipH="false" flipV="false" rot="0">
              <a:off x="0" y="0"/>
              <a:ext cx="461708" cy="1151230"/>
            </a:xfrm>
            <a:custGeom>
              <a:avLst/>
              <a:gdLst/>
              <a:ahLst/>
              <a:cxnLst/>
              <a:rect r="r" b="b" t="t" l="l"/>
              <a:pathLst>
                <a:path h="1151230" w="461708">
                  <a:moveTo>
                    <a:pt x="81797" y="0"/>
                  </a:moveTo>
                  <a:lnTo>
                    <a:pt x="379910" y="0"/>
                  </a:lnTo>
                  <a:cubicBezTo>
                    <a:pt x="401604" y="0"/>
                    <a:pt x="422410" y="8618"/>
                    <a:pt x="437750" y="23958"/>
                  </a:cubicBezTo>
                  <a:cubicBezTo>
                    <a:pt x="453090" y="39298"/>
                    <a:pt x="461708" y="60103"/>
                    <a:pt x="461708" y="81797"/>
                  </a:cubicBezTo>
                  <a:lnTo>
                    <a:pt x="461708" y="1069432"/>
                  </a:lnTo>
                  <a:cubicBezTo>
                    <a:pt x="461708" y="1091126"/>
                    <a:pt x="453090" y="1111932"/>
                    <a:pt x="437750" y="1127272"/>
                  </a:cubicBezTo>
                  <a:cubicBezTo>
                    <a:pt x="422410" y="1142612"/>
                    <a:pt x="401604" y="1151230"/>
                    <a:pt x="379910" y="1151230"/>
                  </a:cubicBezTo>
                  <a:lnTo>
                    <a:pt x="81797" y="1151230"/>
                  </a:lnTo>
                  <a:cubicBezTo>
                    <a:pt x="60103" y="1151230"/>
                    <a:pt x="39298" y="1142612"/>
                    <a:pt x="23958" y="1127272"/>
                  </a:cubicBezTo>
                  <a:cubicBezTo>
                    <a:pt x="8618" y="1111932"/>
                    <a:pt x="0" y="1091126"/>
                    <a:pt x="0" y="1069432"/>
                  </a:cubicBezTo>
                  <a:lnTo>
                    <a:pt x="0" y="81797"/>
                  </a:lnTo>
                  <a:cubicBezTo>
                    <a:pt x="0" y="60103"/>
                    <a:pt x="8618" y="39298"/>
                    <a:pt x="23958" y="23958"/>
                  </a:cubicBezTo>
                  <a:cubicBezTo>
                    <a:pt x="39298" y="8618"/>
                    <a:pt x="60103" y="0"/>
                    <a:pt x="81797" y="0"/>
                  </a:cubicBezTo>
                  <a:close/>
                </a:path>
              </a:pathLst>
            </a:custGeom>
            <a:blipFill>
              <a:blip r:embed="rId6"/>
              <a:stretch>
                <a:fillRect l="0" t="-2254" r="0" b="-2254"/>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6" id="16"/>
          <p:cNvGrpSpPr/>
          <p:nvPr/>
        </p:nvGrpSpPr>
        <p:grpSpPr>
          <a:xfrm rot="0">
            <a:off x="9517090" y="1397132"/>
            <a:ext cx="3312667" cy="8259858"/>
            <a:chOff x="0" y="0"/>
            <a:chExt cx="461708" cy="1151230"/>
          </a:xfrm>
        </p:grpSpPr>
        <p:sp>
          <p:nvSpPr>
            <p:cNvPr name="Freeform 17" id="17"/>
            <p:cNvSpPr/>
            <p:nvPr/>
          </p:nvSpPr>
          <p:spPr>
            <a:xfrm flipH="false" flipV="false" rot="0">
              <a:off x="0" y="0"/>
              <a:ext cx="461708" cy="1151230"/>
            </a:xfrm>
            <a:custGeom>
              <a:avLst/>
              <a:gdLst/>
              <a:ahLst/>
              <a:cxnLst/>
              <a:rect r="r" b="b" t="t" l="l"/>
              <a:pathLst>
                <a:path h="1151230" w="461708">
                  <a:moveTo>
                    <a:pt x="81797" y="0"/>
                  </a:moveTo>
                  <a:lnTo>
                    <a:pt x="379910" y="0"/>
                  </a:lnTo>
                  <a:cubicBezTo>
                    <a:pt x="401604" y="0"/>
                    <a:pt x="422410" y="8618"/>
                    <a:pt x="437750" y="23958"/>
                  </a:cubicBezTo>
                  <a:cubicBezTo>
                    <a:pt x="453090" y="39298"/>
                    <a:pt x="461708" y="60103"/>
                    <a:pt x="461708" y="81797"/>
                  </a:cubicBezTo>
                  <a:lnTo>
                    <a:pt x="461708" y="1069432"/>
                  </a:lnTo>
                  <a:cubicBezTo>
                    <a:pt x="461708" y="1091126"/>
                    <a:pt x="453090" y="1111932"/>
                    <a:pt x="437750" y="1127272"/>
                  </a:cubicBezTo>
                  <a:cubicBezTo>
                    <a:pt x="422410" y="1142612"/>
                    <a:pt x="401604" y="1151230"/>
                    <a:pt x="379910" y="1151230"/>
                  </a:cubicBezTo>
                  <a:lnTo>
                    <a:pt x="81797" y="1151230"/>
                  </a:lnTo>
                  <a:cubicBezTo>
                    <a:pt x="60103" y="1151230"/>
                    <a:pt x="39298" y="1142612"/>
                    <a:pt x="23958" y="1127272"/>
                  </a:cubicBezTo>
                  <a:cubicBezTo>
                    <a:pt x="8618" y="1111932"/>
                    <a:pt x="0" y="1091126"/>
                    <a:pt x="0" y="1069432"/>
                  </a:cubicBezTo>
                  <a:lnTo>
                    <a:pt x="0" y="81797"/>
                  </a:lnTo>
                  <a:cubicBezTo>
                    <a:pt x="0" y="60103"/>
                    <a:pt x="8618" y="39298"/>
                    <a:pt x="23958" y="23958"/>
                  </a:cubicBezTo>
                  <a:cubicBezTo>
                    <a:pt x="39298" y="8618"/>
                    <a:pt x="60103" y="0"/>
                    <a:pt x="81797" y="0"/>
                  </a:cubicBezTo>
                  <a:close/>
                </a:path>
              </a:pathLst>
            </a:custGeom>
            <a:blipFill>
              <a:blip r:embed="rId7"/>
              <a:stretch>
                <a:fillRect l="0" t="-927" r="0" b="-927"/>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8" id="18"/>
          <p:cNvGrpSpPr/>
          <p:nvPr/>
        </p:nvGrpSpPr>
        <p:grpSpPr>
          <a:xfrm rot="0">
            <a:off x="13927556" y="1397132"/>
            <a:ext cx="3311131" cy="8256414"/>
            <a:chOff x="0" y="0"/>
            <a:chExt cx="461708" cy="1151284"/>
          </a:xfrm>
        </p:grpSpPr>
        <p:sp>
          <p:nvSpPr>
            <p:cNvPr name="Freeform 19" id="19"/>
            <p:cNvSpPr/>
            <p:nvPr/>
          </p:nvSpPr>
          <p:spPr>
            <a:xfrm flipH="false" flipV="false" rot="0">
              <a:off x="0" y="0"/>
              <a:ext cx="461708" cy="1151284"/>
            </a:xfrm>
            <a:custGeom>
              <a:avLst/>
              <a:gdLst/>
              <a:ahLst/>
              <a:cxnLst/>
              <a:rect r="r" b="b" t="t" l="l"/>
              <a:pathLst>
                <a:path h="1151284" w="461708">
                  <a:moveTo>
                    <a:pt x="81835" y="0"/>
                  </a:moveTo>
                  <a:lnTo>
                    <a:pt x="379873" y="0"/>
                  </a:lnTo>
                  <a:cubicBezTo>
                    <a:pt x="425069" y="0"/>
                    <a:pt x="461708" y="36639"/>
                    <a:pt x="461708" y="81835"/>
                  </a:cubicBezTo>
                  <a:lnTo>
                    <a:pt x="461708" y="1069448"/>
                  </a:lnTo>
                  <a:cubicBezTo>
                    <a:pt x="461708" y="1091152"/>
                    <a:pt x="453086" y="1111967"/>
                    <a:pt x="437739" y="1127315"/>
                  </a:cubicBezTo>
                  <a:cubicBezTo>
                    <a:pt x="422392" y="1142662"/>
                    <a:pt x="401577" y="1151284"/>
                    <a:pt x="379873" y="1151284"/>
                  </a:cubicBezTo>
                  <a:lnTo>
                    <a:pt x="81835" y="1151284"/>
                  </a:lnTo>
                  <a:cubicBezTo>
                    <a:pt x="36639" y="1151284"/>
                    <a:pt x="0" y="1114645"/>
                    <a:pt x="0" y="1069448"/>
                  </a:cubicBezTo>
                  <a:lnTo>
                    <a:pt x="0" y="81835"/>
                  </a:lnTo>
                  <a:cubicBezTo>
                    <a:pt x="0" y="36639"/>
                    <a:pt x="36639" y="0"/>
                    <a:pt x="81835" y="0"/>
                  </a:cubicBezTo>
                  <a:close/>
                </a:path>
              </a:pathLst>
            </a:custGeom>
            <a:blipFill>
              <a:blip r:embed="rId8"/>
              <a:stretch>
                <a:fillRect l="0" t="-2252" r="0" b="-2252"/>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sp>
        <p:nvSpPr>
          <p:cNvPr name="TextBox 20" id="20"/>
          <p:cNvSpPr txBox="true"/>
          <p:nvPr/>
        </p:nvSpPr>
        <p:spPr>
          <a:xfrm rot="0">
            <a:off x="911741" y="704941"/>
            <a:ext cx="3084612"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Informasi Pesanan</a:t>
            </a:r>
          </a:p>
        </p:txBody>
      </p:sp>
      <p:sp>
        <p:nvSpPr>
          <p:cNvPr name="TextBox 21" id="21"/>
          <p:cNvSpPr txBox="true"/>
          <p:nvPr/>
        </p:nvSpPr>
        <p:spPr>
          <a:xfrm rot="0">
            <a:off x="13705689" y="704941"/>
            <a:ext cx="3363218"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Profil (belum masuk)</a:t>
            </a:r>
          </a:p>
        </p:txBody>
      </p:sp>
      <p:sp>
        <p:nvSpPr>
          <p:cNvPr name="TextBox 22" id="22"/>
          <p:cNvSpPr txBox="true"/>
          <p:nvPr/>
        </p:nvSpPr>
        <p:spPr>
          <a:xfrm rot="0">
            <a:off x="9651685" y="733425"/>
            <a:ext cx="2848421"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Riwayat Pesanan</a:t>
            </a:r>
          </a:p>
        </p:txBody>
      </p:sp>
      <p:sp>
        <p:nvSpPr>
          <p:cNvPr name="TextBox 23" id="23"/>
          <p:cNvSpPr txBox="true"/>
          <p:nvPr/>
        </p:nvSpPr>
        <p:spPr>
          <a:xfrm rot="0">
            <a:off x="6198501" y="733425"/>
            <a:ext cx="1131987"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Ulasan</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320000"/>
        </a:solidFill>
      </p:bgPr>
    </p:bg>
    <p:spTree>
      <p:nvGrpSpPr>
        <p:cNvPr id="1" name=""/>
        <p:cNvGrpSpPr/>
        <p:nvPr/>
      </p:nvGrpSpPr>
      <p:grpSpPr>
        <a:xfrm>
          <a:off x="0" y="0"/>
          <a:ext cx="0" cy="0"/>
          <a:chOff x="0" y="0"/>
          <a:chExt cx="0" cy="0"/>
        </a:xfrm>
      </p:grpSpPr>
      <p:grpSp>
        <p:nvGrpSpPr>
          <p:cNvPr name="Group 2" id="2"/>
          <p:cNvGrpSpPr/>
          <p:nvPr/>
        </p:nvGrpSpPr>
        <p:grpSpPr>
          <a:xfrm rot="0">
            <a:off x="1019175" y="-448043"/>
            <a:ext cx="16240125" cy="11118486"/>
            <a:chOff x="0" y="0"/>
            <a:chExt cx="21653500" cy="14824648"/>
          </a:xfrm>
        </p:grpSpPr>
        <p:sp>
          <p:nvSpPr>
            <p:cNvPr name="AutoShape 3" id="3"/>
            <p:cNvSpPr/>
            <p:nvPr/>
          </p:nvSpPr>
          <p:spPr>
            <a:xfrm>
              <a:off x="63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4" id="4"/>
            <p:cNvSpPr/>
            <p:nvPr/>
          </p:nvSpPr>
          <p:spPr>
            <a:xfrm>
              <a:off x="72199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5" id="5"/>
            <p:cNvSpPr/>
            <p:nvPr/>
          </p:nvSpPr>
          <p:spPr>
            <a:xfrm>
              <a:off x="144335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6" id="6"/>
            <p:cNvSpPr/>
            <p:nvPr/>
          </p:nvSpPr>
          <p:spPr>
            <a:xfrm>
              <a:off x="216471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grpSp>
      <p:sp>
        <p:nvSpPr>
          <p:cNvPr name="Freeform 7" id="7"/>
          <p:cNvSpPr/>
          <p:nvPr/>
        </p:nvSpPr>
        <p:spPr>
          <a:xfrm flipH="false" flipV="false" rot="0">
            <a:off x="-1069008" y="-1373680"/>
            <a:ext cx="7209415" cy="7209415"/>
          </a:xfrm>
          <a:custGeom>
            <a:avLst/>
            <a:gdLst/>
            <a:ahLst/>
            <a:cxnLst/>
            <a:rect r="r" b="b" t="t" l="l"/>
            <a:pathLst>
              <a:path h="7209415" w="7209415">
                <a:moveTo>
                  <a:pt x="0" y="0"/>
                </a:moveTo>
                <a:lnTo>
                  <a:pt x="7209414" y="0"/>
                </a:lnTo>
                <a:lnTo>
                  <a:pt x="7209414" y="7209415"/>
                </a:lnTo>
                <a:lnTo>
                  <a:pt x="0" y="7209415"/>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6305222" y="146101"/>
            <a:ext cx="1251032" cy="1251032"/>
          </a:xfrm>
          <a:custGeom>
            <a:avLst/>
            <a:gdLst/>
            <a:ahLst/>
            <a:cxnLst/>
            <a:rect r="r" b="b" t="t" l="l"/>
            <a:pathLst>
              <a:path h="1251032" w="1251032">
                <a:moveTo>
                  <a:pt x="0" y="0"/>
                </a:moveTo>
                <a:lnTo>
                  <a:pt x="1251032" y="0"/>
                </a:lnTo>
                <a:lnTo>
                  <a:pt x="1251032" y="1251031"/>
                </a:lnTo>
                <a:lnTo>
                  <a:pt x="0" y="125103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4584154" y="9085272"/>
            <a:ext cx="2758837" cy="568275"/>
          </a:xfrm>
          <a:custGeom>
            <a:avLst/>
            <a:gdLst/>
            <a:ahLst/>
            <a:cxnLst/>
            <a:rect r="r" b="b" t="t" l="l"/>
            <a:pathLst>
              <a:path h="568275" w="2758837">
                <a:moveTo>
                  <a:pt x="0" y="0"/>
                </a:moveTo>
                <a:lnTo>
                  <a:pt x="2758837" y="0"/>
                </a:lnTo>
                <a:lnTo>
                  <a:pt x="2758837" y="568274"/>
                </a:lnTo>
                <a:lnTo>
                  <a:pt x="0" y="568274"/>
                </a:lnTo>
                <a:lnTo>
                  <a:pt x="0" y="0"/>
                </a:lnTo>
                <a:close/>
              </a:path>
            </a:pathLst>
          </a:custGeom>
          <a:blipFill>
            <a:blip r:embed="rId4"/>
            <a:stretch>
              <a:fillRect l="0" t="-20329" r="0" b="-7659"/>
            </a:stretch>
          </a:blipFill>
        </p:spPr>
      </p:sp>
      <p:sp>
        <p:nvSpPr>
          <p:cNvPr name="Freeform 10" id="10"/>
          <p:cNvSpPr/>
          <p:nvPr/>
        </p:nvSpPr>
        <p:spPr>
          <a:xfrm flipH="false" flipV="false" rot="0">
            <a:off x="1249629" y="9085272"/>
            <a:ext cx="2758837" cy="568275"/>
          </a:xfrm>
          <a:custGeom>
            <a:avLst/>
            <a:gdLst/>
            <a:ahLst/>
            <a:cxnLst/>
            <a:rect r="r" b="b" t="t" l="l"/>
            <a:pathLst>
              <a:path h="568275" w="2758837">
                <a:moveTo>
                  <a:pt x="0" y="0"/>
                </a:moveTo>
                <a:lnTo>
                  <a:pt x="2758838" y="0"/>
                </a:lnTo>
                <a:lnTo>
                  <a:pt x="2758838" y="568274"/>
                </a:lnTo>
                <a:lnTo>
                  <a:pt x="0" y="568274"/>
                </a:lnTo>
                <a:lnTo>
                  <a:pt x="0" y="0"/>
                </a:lnTo>
                <a:close/>
              </a:path>
            </a:pathLst>
          </a:custGeom>
          <a:blipFill>
            <a:blip r:embed="rId4"/>
            <a:stretch>
              <a:fillRect l="0" t="-20329" r="0" b="-7659"/>
            </a:stretch>
          </a:blipFill>
        </p:spPr>
      </p:sp>
      <p:sp>
        <p:nvSpPr>
          <p:cNvPr name="Freeform 11" id="11"/>
          <p:cNvSpPr/>
          <p:nvPr/>
        </p:nvSpPr>
        <p:spPr>
          <a:xfrm flipH="false" flipV="false" rot="0">
            <a:off x="7952113" y="9085272"/>
            <a:ext cx="2775554" cy="571718"/>
          </a:xfrm>
          <a:custGeom>
            <a:avLst/>
            <a:gdLst/>
            <a:ahLst/>
            <a:cxnLst/>
            <a:rect r="r" b="b" t="t" l="l"/>
            <a:pathLst>
              <a:path h="571718" w="2775554">
                <a:moveTo>
                  <a:pt x="0" y="0"/>
                </a:moveTo>
                <a:lnTo>
                  <a:pt x="2775554" y="0"/>
                </a:lnTo>
                <a:lnTo>
                  <a:pt x="2775554" y="571718"/>
                </a:lnTo>
                <a:lnTo>
                  <a:pt x="0" y="571718"/>
                </a:lnTo>
                <a:lnTo>
                  <a:pt x="0" y="0"/>
                </a:lnTo>
                <a:close/>
              </a:path>
            </a:pathLst>
          </a:custGeom>
          <a:blipFill>
            <a:blip r:embed="rId4"/>
            <a:stretch>
              <a:fillRect l="0" t="-20329" r="0" b="-7659"/>
            </a:stretch>
          </a:blipFill>
        </p:spPr>
      </p:sp>
      <p:grpSp>
        <p:nvGrpSpPr>
          <p:cNvPr name="Group 12" id="12"/>
          <p:cNvGrpSpPr/>
          <p:nvPr/>
        </p:nvGrpSpPr>
        <p:grpSpPr>
          <a:xfrm rot="0">
            <a:off x="808007" y="1397132"/>
            <a:ext cx="3311131" cy="8256414"/>
            <a:chOff x="0" y="0"/>
            <a:chExt cx="461708" cy="1151284"/>
          </a:xfrm>
        </p:grpSpPr>
        <p:sp>
          <p:nvSpPr>
            <p:cNvPr name="Freeform 13" id="13"/>
            <p:cNvSpPr/>
            <p:nvPr/>
          </p:nvSpPr>
          <p:spPr>
            <a:xfrm flipH="false" flipV="false" rot="0">
              <a:off x="0" y="0"/>
              <a:ext cx="461708" cy="1151284"/>
            </a:xfrm>
            <a:custGeom>
              <a:avLst/>
              <a:gdLst/>
              <a:ahLst/>
              <a:cxnLst/>
              <a:rect r="r" b="b" t="t" l="l"/>
              <a:pathLst>
                <a:path h="1151284" w="461708">
                  <a:moveTo>
                    <a:pt x="81835" y="0"/>
                  </a:moveTo>
                  <a:lnTo>
                    <a:pt x="379873" y="0"/>
                  </a:lnTo>
                  <a:cubicBezTo>
                    <a:pt x="425069" y="0"/>
                    <a:pt x="461708" y="36639"/>
                    <a:pt x="461708" y="81835"/>
                  </a:cubicBezTo>
                  <a:lnTo>
                    <a:pt x="461708" y="1069448"/>
                  </a:lnTo>
                  <a:cubicBezTo>
                    <a:pt x="461708" y="1091152"/>
                    <a:pt x="453086" y="1111967"/>
                    <a:pt x="437739" y="1127315"/>
                  </a:cubicBezTo>
                  <a:cubicBezTo>
                    <a:pt x="422392" y="1142662"/>
                    <a:pt x="401577" y="1151284"/>
                    <a:pt x="379873" y="1151284"/>
                  </a:cubicBezTo>
                  <a:lnTo>
                    <a:pt x="81835" y="1151284"/>
                  </a:lnTo>
                  <a:cubicBezTo>
                    <a:pt x="36639" y="1151284"/>
                    <a:pt x="0" y="1114645"/>
                    <a:pt x="0" y="1069448"/>
                  </a:cubicBezTo>
                  <a:lnTo>
                    <a:pt x="0" y="81835"/>
                  </a:lnTo>
                  <a:cubicBezTo>
                    <a:pt x="0" y="36639"/>
                    <a:pt x="36639" y="0"/>
                    <a:pt x="81835" y="0"/>
                  </a:cubicBezTo>
                  <a:close/>
                </a:path>
              </a:pathLst>
            </a:custGeom>
            <a:blipFill>
              <a:blip r:embed="rId5"/>
              <a:stretch>
                <a:fillRect l="0" t="-925" r="0" b="-925"/>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4" id="14"/>
          <p:cNvGrpSpPr/>
          <p:nvPr/>
        </p:nvGrpSpPr>
        <p:grpSpPr>
          <a:xfrm rot="0">
            <a:off x="5108161" y="1397132"/>
            <a:ext cx="3312667" cy="8259858"/>
            <a:chOff x="0" y="0"/>
            <a:chExt cx="461708" cy="1151230"/>
          </a:xfrm>
        </p:grpSpPr>
        <p:sp>
          <p:nvSpPr>
            <p:cNvPr name="Freeform 15" id="15"/>
            <p:cNvSpPr/>
            <p:nvPr/>
          </p:nvSpPr>
          <p:spPr>
            <a:xfrm flipH="false" flipV="false" rot="0">
              <a:off x="0" y="0"/>
              <a:ext cx="461708" cy="1151230"/>
            </a:xfrm>
            <a:custGeom>
              <a:avLst/>
              <a:gdLst/>
              <a:ahLst/>
              <a:cxnLst/>
              <a:rect r="r" b="b" t="t" l="l"/>
              <a:pathLst>
                <a:path h="1151230" w="461708">
                  <a:moveTo>
                    <a:pt x="81797" y="0"/>
                  </a:moveTo>
                  <a:lnTo>
                    <a:pt x="379910" y="0"/>
                  </a:lnTo>
                  <a:cubicBezTo>
                    <a:pt x="401604" y="0"/>
                    <a:pt x="422410" y="8618"/>
                    <a:pt x="437750" y="23958"/>
                  </a:cubicBezTo>
                  <a:cubicBezTo>
                    <a:pt x="453090" y="39298"/>
                    <a:pt x="461708" y="60103"/>
                    <a:pt x="461708" y="81797"/>
                  </a:cubicBezTo>
                  <a:lnTo>
                    <a:pt x="461708" y="1069432"/>
                  </a:lnTo>
                  <a:cubicBezTo>
                    <a:pt x="461708" y="1091126"/>
                    <a:pt x="453090" y="1111932"/>
                    <a:pt x="437750" y="1127272"/>
                  </a:cubicBezTo>
                  <a:cubicBezTo>
                    <a:pt x="422410" y="1142612"/>
                    <a:pt x="401604" y="1151230"/>
                    <a:pt x="379910" y="1151230"/>
                  </a:cubicBezTo>
                  <a:lnTo>
                    <a:pt x="81797" y="1151230"/>
                  </a:lnTo>
                  <a:cubicBezTo>
                    <a:pt x="60103" y="1151230"/>
                    <a:pt x="39298" y="1142612"/>
                    <a:pt x="23958" y="1127272"/>
                  </a:cubicBezTo>
                  <a:cubicBezTo>
                    <a:pt x="8618" y="1111932"/>
                    <a:pt x="0" y="1091126"/>
                    <a:pt x="0" y="1069432"/>
                  </a:cubicBezTo>
                  <a:lnTo>
                    <a:pt x="0" y="81797"/>
                  </a:lnTo>
                  <a:cubicBezTo>
                    <a:pt x="0" y="60103"/>
                    <a:pt x="8618" y="39298"/>
                    <a:pt x="23958" y="23958"/>
                  </a:cubicBezTo>
                  <a:cubicBezTo>
                    <a:pt x="39298" y="8618"/>
                    <a:pt x="60103" y="0"/>
                    <a:pt x="81797" y="0"/>
                  </a:cubicBezTo>
                  <a:close/>
                </a:path>
              </a:pathLst>
            </a:custGeom>
            <a:blipFill>
              <a:blip r:embed="rId6"/>
              <a:stretch>
                <a:fillRect l="0" t="-1089" r="0" b="-1089"/>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6" id="16"/>
          <p:cNvGrpSpPr/>
          <p:nvPr/>
        </p:nvGrpSpPr>
        <p:grpSpPr>
          <a:xfrm rot="0">
            <a:off x="9517090" y="1397132"/>
            <a:ext cx="3312667" cy="8259858"/>
            <a:chOff x="0" y="0"/>
            <a:chExt cx="461708" cy="1151230"/>
          </a:xfrm>
        </p:grpSpPr>
        <p:sp>
          <p:nvSpPr>
            <p:cNvPr name="Freeform 17" id="17"/>
            <p:cNvSpPr/>
            <p:nvPr/>
          </p:nvSpPr>
          <p:spPr>
            <a:xfrm flipH="false" flipV="false" rot="0">
              <a:off x="0" y="0"/>
              <a:ext cx="461708" cy="1151230"/>
            </a:xfrm>
            <a:custGeom>
              <a:avLst/>
              <a:gdLst/>
              <a:ahLst/>
              <a:cxnLst/>
              <a:rect r="r" b="b" t="t" l="l"/>
              <a:pathLst>
                <a:path h="1151230" w="461708">
                  <a:moveTo>
                    <a:pt x="81797" y="0"/>
                  </a:moveTo>
                  <a:lnTo>
                    <a:pt x="379910" y="0"/>
                  </a:lnTo>
                  <a:cubicBezTo>
                    <a:pt x="401604" y="0"/>
                    <a:pt x="422410" y="8618"/>
                    <a:pt x="437750" y="23958"/>
                  </a:cubicBezTo>
                  <a:cubicBezTo>
                    <a:pt x="453090" y="39298"/>
                    <a:pt x="461708" y="60103"/>
                    <a:pt x="461708" y="81797"/>
                  </a:cubicBezTo>
                  <a:lnTo>
                    <a:pt x="461708" y="1069432"/>
                  </a:lnTo>
                  <a:cubicBezTo>
                    <a:pt x="461708" y="1091126"/>
                    <a:pt x="453090" y="1111932"/>
                    <a:pt x="437750" y="1127272"/>
                  </a:cubicBezTo>
                  <a:cubicBezTo>
                    <a:pt x="422410" y="1142612"/>
                    <a:pt x="401604" y="1151230"/>
                    <a:pt x="379910" y="1151230"/>
                  </a:cubicBezTo>
                  <a:lnTo>
                    <a:pt x="81797" y="1151230"/>
                  </a:lnTo>
                  <a:cubicBezTo>
                    <a:pt x="60103" y="1151230"/>
                    <a:pt x="39298" y="1142612"/>
                    <a:pt x="23958" y="1127272"/>
                  </a:cubicBezTo>
                  <a:cubicBezTo>
                    <a:pt x="8618" y="1111932"/>
                    <a:pt x="0" y="1091126"/>
                    <a:pt x="0" y="1069432"/>
                  </a:cubicBezTo>
                  <a:lnTo>
                    <a:pt x="0" y="81797"/>
                  </a:lnTo>
                  <a:cubicBezTo>
                    <a:pt x="0" y="60103"/>
                    <a:pt x="8618" y="39298"/>
                    <a:pt x="23958" y="23958"/>
                  </a:cubicBezTo>
                  <a:cubicBezTo>
                    <a:pt x="39298" y="8618"/>
                    <a:pt x="60103" y="0"/>
                    <a:pt x="81797" y="0"/>
                  </a:cubicBezTo>
                  <a:close/>
                </a:path>
              </a:pathLst>
            </a:custGeom>
            <a:blipFill>
              <a:blip r:embed="rId7"/>
              <a:stretch>
                <a:fillRect l="0" t="-132" r="0" b="-132"/>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8" id="18"/>
          <p:cNvGrpSpPr/>
          <p:nvPr/>
        </p:nvGrpSpPr>
        <p:grpSpPr>
          <a:xfrm rot="0">
            <a:off x="13927556" y="1397132"/>
            <a:ext cx="3311131" cy="8256414"/>
            <a:chOff x="0" y="0"/>
            <a:chExt cx="461708" cy="1151284"/>
          </a:xfrm>
        </p:grpSpPr>
        <p:sp>
          <p:nvSpPr>
            <p:cNvPr name="Freeform 19" id="19"/>
            <p:cNvSpPr/>
            <p:nvPr/>
          </p:nvSpPr>
          <p:spPr>
            <a:xfrm flipH="false" flipV="false" rot="0">
              <a:off x="0" y="0"/>
              <a:ext cx="461708" cy="1151284"/>
            </a:xfrm>
            <a:custGeom>
              <a:avLst/>
              <a:gdLst/>
              <a:ahLst/>
              <a:cxnLst/>
              <a:rect r="r" b="b" t="t" l="l"/>
              <a:pathLst>
                <a:path h="1151284" w="461708">
                  <a:moveTo>
                    <a:pt x="81835" y="0"/>
                  </a:moveTo>
                  <a:lnTo>
                    <a:pt x="379873" y="0"/>
                  </a:lnTo>
                  <a:cubicBezTo>
                    <a:pt x="425069" y="0"/>
                    <a:pt x="461708" y="36639"/>
                    <a:pt x="461708" y="81835"/>
                  </a:cubicBezTo>
                  <a:lnTo>
                    <a:pt x="461708" y="1069448"/>
                  </a:lnTo>
                  <a:cubicBezTo>
                    <a:pt x="461708" y="1091152"/>
                    <a:pt x="453086" y="1111967"/>
                    <a:pt x="437739" y="1127315"/>
                  </a:cubicBezTo>
                  <a:cubicBezTo>
                    <a:pt x="422392" y="1142662"/>
                    <a:pt x="401577" y="1151284"/>
                    <a:pt x="379873" y="1151284"/>
                  </a:cubicBezTo>
                  <a:lnTo>
                    <a:pt x="81835" y="1151284"/>
                  </a:lnTo>
                  <a:cubicBezTo>
                    <a:pt x="36639" y="1151284"/>
                    <a:pt x="0" y="1114645"/>
                    <a:pt x="0" y="1069448"/>
                  </a:cubicBezTo>
                  <a:lnTo>
                    <a:pt x="0" y="81835"/>
                  </a:lnTo>
                  <a:cubicBezTo>
                    <a:pt x="0" y="36639"/>
                    <a:pt x="36639" y="0"/>
                    <a:pt x="81835" y="0"/>
                  </a:cubicBezTo>
                  <a:close/>
                </a:path>
              </a:pathLst>
            </a:custGeom>
            <a:blipFill>
              <a:blip r:embed="rId8"/>
              <a:stretch>
                <a:fillRect l="0" t="-925" r="0" b="-925"/>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sp>
        <p:nvSpPr>
          <p:cNvPr name="TextBox 20" id="20"/>
          <p:cNvSpPr txBox="true"/>
          <p:nvPr/>
        </p:nvSpPr>
        <p:spPr>
          <a:xfrm rot="0">
            <a:off x="784270" y="704941"/>
            <a:ext cx="3339554"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Profil (sudah masuk)</a:t>
            </a:r>
          </a:p>
        </p:txBody>
      </p:sp>
      <p:sp>
        <p:nvSpPr>
          <p:cNvPr name="TextBox 21" id="21"/>
          <p:cNvSpPr txBox="true"/>
          <p:nvPr/>
        </p:nvSpPr>
        <p:spPr>
          <a:xfrm rot="0">
            <a:off x="14655327" y="704941"/>
            <a:ext cx="1855589"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Ubah Email</a:t>
            </a:r>
          </a:p>
        </p:txBody>
      </p:sp>
      <p:sp>
        <p:nvSpPr>
          <p:cNvPr name="TextBox 22" id="22"/>
          <p:cNvSpPr txBox="true"/>
          <p:nvPr/>
        </p:nvSpPr>
        <p:spPr>
          <a:xfrm rot="0">
            <a:off x="10196144" y="704941"/>
            <a:ext cx="1954560"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Ubah Nama</a:t>
            </a:r>
          </a:p>
        </p:txBody>
      </p:sp>
      <p:sp>
        <p:nvSpPr>
          <p:cNvPr name="TextBox 23" id="23"/>
          <p:cNvSpPr txBox="true"/>
          <p:nvPr/>
        </p:nvSpPr>
        <p:spPr>
          <a:xfrm rot="0">
            <a:off x="5505855" y="704941"/>
            <a:ext cx="2517279"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Infromasi Akun</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320000"/>
        </a:solidFill>
      </p:bgPr>
    </p:bg>
    <p:spTree>
      <p:nvGrpSpPr>
        <p:cNvPr id="1" name=""/>
        <p:cNvGrpSpPr/>
        <p:nvPr/>
      </p:nvGrpSpPr>
      <p:grpSpPr>
        <a:xfrm>
          <a:off x="0" y="0"/>
          <a:ext cx="0" cy="0"/>
          <a:chOff x="0" y="0"/>
          <a:chExt cx="0" cy="0"/>
        </a:xfrm>
      </p:grpSpPr>
      <p:grpSp>
        <p:nvGrpSpPr>
          <p:cNvPr name="Group 2" id="2"/>
          <p:cNvGrpSpPr/>
          <p:nvPr/>
        </p:nvGrpSpPr>
        <p:grpSpPr>
          <a:xfrm rot="0">
            <a:off x="1019175" y="-448043"/>
            <a:ext cx="16240125" cy="11118486"/>
            <a:chOff x="0" y="0"/>
            <a:chExt cx="21653500" cy="14824648"/>
          </a:xfrm>
        </p:grpSpPr>
        <p:sp>
          <p:nvSpPr>
            <p:cNvPr name="AutoShape 3" id="3"/>
            <p:cNvSpPr/>
            <p:nvPr/>
          </p:nvSpPr>
          <p:spPr>
            <a:xfrm>
              <a:off x="63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4" id="4"/>
            <p:cNvSpPr/>
            <p:nvPr/>
          </p:nvSpPr>
          <p:spPr>
            <a:xfrm>
              <a:off x="72199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5" id="5"/>
            <p:cNvSpPr/>
            <p:nvPr/>
          </p:nvSpPr>
          <p:spPr>
            <a:xfrm>
              <a:off x="144335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6" id="6"/>
            <p:cNvSpPr/>
            <p:nvPr/>
          </p:nvSpPr>
          <p:spPr>
            <a:xfrm>
              <a:off x="216471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grpSp>
      <p:sp>
        <p:nvSpPr>
          <p:cNvPr name="Freeform 7" id="7"/>
          <p:cNvSpPr/>
          <p:nvPr/>
        </p:nvSpPr>
        <p:spPr>
          <a:xfrm flipH="false" flipV="false" rot="0">
            <a:off x="-1069008" y="-1373680"/>
            <a:ext cx="7209415" cy="7209415"/>
          </a:xfrm>
          <a:custGeom>
            <a:avLst/>
            <a:gdLst/>
            <a:ahLst/>
            <a:cxnLst/>
            <a:rect r="r" b="b" t="t" l="l"/>
            <a:pathLst>
              <a:path h="7209415" w="7209415">
                <a:moveTo>
                  <a:pt x="0" y="0"/>
                </a:moveTo>
                <a:lnTo>
                  <a:pt x="7209414" y="0"/>
                </a:lnTo>
                <a:lnTo>
                  <a:pt x="7209414" y="7209415"/>
                </a:lnTo>
                <a:lnTo>
                  <a:pt x="0" y="7209415"/>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6305222" y="146101"/>
            <a:ext cx="1251032" cy="1251032"/>
          </a:xfrm>
          <a:custGeom>
            <a:avLst/>
            <a:gdLst/>
            <a:ahLst/>
            <a:cxnLst/>
            <a:rect r="r" b="b" t="t" l="l"/>
            <a:pathLst>
              <a:path h="1251032" w="1251032">
                <a:moveTo>
                  <a:pt x="0" y="0"/>
                </a:moveTo>
                <a:lnTo>
                  <a:pt x="1251032" y="0"/>
                </a:lnTo>
                <a:lnTo>
                  <a:pt x="1251032" y="1251031"/>
                </a:lnTo>
                <a:lnTo>
                  <a:pt x="0" y="125103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4584154" y="9085272"/>
            <a:ext cx="2758837" cy="568275"/>
          </a:xfrm>
          <a:custGeom>
            <a:avLst/>
            <a:gdLst/>
            <a:ahLst/>
            <a:cxnLst/>
            <a:rect r="r" b="b" t="t" l="l"/>
            <a:pathLst>
              <a:path h="568275" w="2758837">
                <a:moveTo>
                  <a:pt x="0" y="0"/>
                </a:moveTo>
                <a:lnTo>
                  <a:pt x="2758837" y="0"/>
                </a:lnTo>
                <a:lnTo>
                  <a:pt x="2758837" y="568274"/>
                </a:lnTo>
                <a:lnTo>
                  <a:pt x="0" y="568274"/>
                </a:lnTo>
                <a:lnTo>
                  <a:pt x="0" y="0"/>
                </a:lnTo>
                <a:close/>
              </a:path>
            </a:pathLst>
          </a:custGeom>
          <a:blipFill>
            <a:blip r:embed="rId4"/>
            <a:stretch>
              <a:fillRect l="0" t="-20329" r="0" b="-7659"/>
            </a:stretch>
          </a:blipFill>
        </p:spPr>
      </p:sp>
      <p:sp>
        <p:nvSpPr>
          <p:cNvPr name="Freeform 10" id="10"/>
          <p:cNvSpPr/>
          <p:nvPr/>
        </p:nvSpPr>
        <p:spPr>
          <a:xfrm flipH="false" flipV="false" rot="0">
            <a:off x="1249629" y="9085272"/>
            <a:ext cx="2758837" cy="568275"/>
          </a:xfrm>
          <a:custGeom>
            <a:avLst/>
            <a:gdLst/>
            <a:ahLst/>
            <a:cxnLst/>
            <a:rect r="r" b="b" t="t" l="l"/>
            <a:pathLst>
              <a:path h="568275" w="2758837">
                <a:moveTo>
                  <a:pt x="0" y="0"/>
                </a:moveTo>
                <a:lnTo>
                  <a:pt x="2758838" y="0"/>
                </a:lnTo>
                <a:lnTo>
                  <a:pt x="2758838" y="568274"/>
                </a:lnTo>
                <a:lnTo>
                  <a:pt x="0" y="568274"/>
                </a:lnTo>
                <a:lnTo>
                  <a:pt x="0" y="0"/>
                </a:lnTo>
                <a:close/>
              </a:path>
            </a:pathLst>
          </a:custGeom>
          <a:blipFill>
            <a:blip r:embed="rId4"/>
            <a:stretch>
              <a:fillRect l="0" t="-20329" r="0" b="-7659"/>
            </a:stretch>
          </a:blipFill>
        </p:spPr>
      </p:sp>
      <p:sp>
        <p:nvSpPr>
          <p:cNvPr name="Freeform 11" id="11"/>
          <p:cNvSpPr/>
          <p:nvPr/>
        </p:nvSpPr>
        <p:spPr>
          <a:xfrm flipH="false" flipV="false" rot="0">
            <a:off x="7952113" y="9085272"/>
            <a:ext cx="2775554" cy="571718"/>
          </a:xfrm>
          <a:custGeom>
            <a:avLst/>
            <a:gdLst/>
            <a:ahLst/>
            <a:cxnLst/>
            <a:rect r="r" b="b" t="t" l="l"/>
            <a:pathLst>
              <a:path h="571718" w="2775554">
                <a:moveTo>
                  <a:pt x="0" y="0"/>
                </a:moveTo>
                <a:lnTo>
                  <a:pt x="2775554" y="0"/>
                </a:lnTo>
                <a:lnTo>
                  <a:pt x="2775554" y="571718"/>
                </a:lnTo>
                <a:lnTo>
                  <a:pt x="0" y="571718"/>
                </a:lnTo>
                <a:lnTo>
                  <a:pt x="0" y="0"/>
                </a:lnTo>
                <a:close/>
              </a:path>
            </a:pathLst>
          </a:custGeom>
          <a:blipFill>
            <a:blip r:embed="rId4"/>
            <a:stretch>
              <a:fillRect l="0" t="-20329" r="0" b="-7659"/>
            </a:stretch>
          </a:blipFill>
        </p:spPr>
      </p:sp>
      <p:grpSp>
        <p:nvGrpSpPr>
          <p:cNvPr name="Group 12" id="12"/>
          <p:cNvGrpSpPr/>
          <p:nvPr/>
        </p:nvGrpSpPr>
        <p:grpSpPr>
          <a:xfrm rot="0">
            <a:off x="808007" y="1397132"/>
            <a:ext cx="3311131" cy="8256414"/>
            <a:chOff x="0" y="0"/>
            <a:chExt cx="461708" cy="1151284"/>
          </a:xfrm>
        </p:grpSpPr>
        <p:sp>
          <p:nvSpPr>
            <p:cNvPr name="Freeform 13" id="13"/>
            <p:cNvSpPr/>
            <p:nvPr/>
          </p:nvSpPr>
          <p:spPr>
            <a:xfrm flipH="false" flipV="false" rot="0">
              <a:off x="0" y="0"/>
              <a:ext cx="461708" cy="1151284"/>
            </a:xfrm>
            <a:custGeom>
              <a:avLst/>
              <a:gdLst/>
              <a:ahLst/>
              <a:cxnLst/>
              <a:rect r="r" b="b" t="t" l="l"/>
              <a:pathLst>
                <a:path h="1151284" w="461708">
                  <a:moveTo>
                    <a:pt x="81835" y="0"/>
                  </a:moveTo>
                  <a:lnTo>
                    <a:pt x="379873" y="0"/>
                  </a:lnTo>
                  <a:cubicBezTo>
                    <a:pt x="425069" y="0"/>
                    <a:pt x="461708" y="36639"/>
                    <a:pt x="461708" y="81835"/>
                  </a:cubicBezTo>
                  <a:lnTo>
                    <a:pt x="461708" y="1069448"/>
                  </a:lnTo>
                  <a:cubicBezTo>
                    <a:pt x="461708" y="1091152"/>
                    <a:pt x="453086" y="1111967"/>
                    <a:pt x="437739" y="1127315"/>
                  </a:cubicBezTo>
                  <a:cubicBezTo>
                    <a:pt x="422392" y="1142662"/>
                    <a:pt x="401577" y="1151284"/>
                    <a:pt x="379873" y="1151284"/>
                  </a:cubicBezTo>
                  <a:lnTo>
                    <a:pt x="81835" y="1151284"/>
                  </a:lnTo>
                  <a:cubicBezTo>
                    <a:pt x="36639" y="1151284"/>
                    <a:pt x="0" y="1114645"/>
                    <a:pt x="0" y="1069448"/>
                  </a:cubicBezTo>
                  <a:lnTo>
                    <a:pt x="0" y="81835"/>
                  </a:lnTo>
                  <a:cubicBezTo>
                    <a:pt x="0" y="36639"/>
                    <a:pt x="36639" y="0"/>
                    <a:pt x="81835" y="0"/>
                  </a:cubicBezTo>
                  <a:close/>
                </a:path>
              </a:pathLst>
            </a:custGeom>
            <a:blipFill>
              <a:blip r:embed="rId5"/>
              <a:stretch>
                <a:fillRect l="0" t="-129" r="0" b="-129"/>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4" id="14"/>
          <p:cNvGrpSpPr/>
          <p:nvPr/>
        </p:nvGrpSpPr>
        <p:grpSpPr>
          <a:xfrm rot="0">
            <a:off x="5108161" y="1397132"/>
            <a:ext cx="3312667" cy="8259858"/>
            <a:chOff x="0" y="0"/>
            <a:chExt cx="461708" cy="1151230"/>
          </a:xfrm>
        </p:grpSpPr>
        <p:sp>
          <p:nvSpPr>
            <p:cNvPr name="Freeform 15" id="15"/>
            <p:cNvSpPr/>
            <p:nvPr/>
          </p:nvSpPr>
          <p:spPr>
            <a:xfrm flipH="false" flipV="false" rot="0">
              <a:off x="0" y="0"/>
              <a:ext cx="461708" cy="1151230"/>
            </a:xfrm>
            <a:custGeom>
              <a:avLst/>
              <a:gdLst/>
              <a:ahLst/>
              <a:cxnLst/>
              <a:rect r="r" b="b" t="t" l="l"/>
              <a:pathLst>
                <a:path h="1151230" w="461708">
                  <a:moveTo>
                    <a:pt x="81797" y="0"/>
                  </a:moveTo>
                  <a:lnTo>
                    <a:pt x="379910" y="0"/>
                  </a:lnTo>
                  <a:cubicBezTo>
                    <a:pt x="401604" y="0"/>
                    <a:pt x="422410" y="8618"/>
                    <a:pt x="437750" y="23958"/>
                  </a:cubicBezTo>
                  <a:cubicBezTo>
                    <a:pt x="453090" y="39298"/>
                    <a:pt x="461708" y="60103"/>
                    <a:pt x="461708" y="81797"/>
                  </a:cubicBezTo>
                  <a:lnTo>
                    <a:pt x="461708" y="1069432"/>
                  </a:lnTo>
                  <a:cubicBezTo>
                    <a:pt x="461708" y="1091126"/>
                    <a:pt x="453090" y="1111932"/>
                    <a:pt x="437750" y="1127272"/>
                  </a:cubicBezTo>
                  <a:cubicBezTo>
                    <a:pt x="422410" y="1142612"/>
                    <a:pt x="401604" y="1151230"/>
                    <a:pt x="379910" y="1151230"/>
                  </a:cubicBezTo>
                  <a:lnTo>
                    <a:pt x="81797" y="1151230"/>
                  </a:lnTo>
                  <a:cubicBezTo>
                    <a:pt x="60103" y="1151230"/>
                    <a:pt x="39298" y="1142612"/>
                    <a:pt x="23958" y="1127272"/>
                  </a:cubicBezTo>
                  <a:cubicBezTo>
                    <a:pt x="8618" y="1111932"/>
                    <a:pt x="0" y="1091126"/>
                    <a:pt x="0" y="1069432"/>
                  </a:cubicBezTo>
                  <a:lnTo>
                    <a:pt x="0" y="81797"/>
                  </a:lnTo>
                  <a:cubicBezTo>
                    <a:pt x="0" y="60103"/>
                    <a:pt x="8618" y="39298"/>
                    <a:pt x="23958" y="23958"/>
                  </a:cubicBezTo>
                  <a:cubicBezTo>
                    <a:pt x="39298" y="8618"/>
                    <a:pt x="60103" y="0"/>
                    <a:pt x="81797" y="0"/>
                  </a:cubicBezTo>
                  <a:close/>
                </a:path>
              </a:pathLst>
            </a:custGeom>
            <a:blipFill>
              <a:blip r:embed="rId6"/>
              <a:stretch>
                <a:fillRect l="-24" t="0" r="-24" b="0"/>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6" id="16"/>
          <p:cNvGrpSpPr/>
          <p:nvPr/>
        </p:nvGrpSpPr>
        <p:grpSpPr>
          <a:xfrm rot="0">
            <a:off x="9517090" y="1397132"/>
            <a:ext cx="3312667" cy="8259858"/>
            <a:chOff x="0" y="0"/>
            <a:chExt cx="461708" cy="1151230"/>
          </a:xfrm>
        </p:grpSpPr>
        <p:sp>
          <p:nvSpPr>
            <p:cNvPr name="Freeform 17" id="17"/>
            <p:cNvSpPr/>
            <p:nvPr/>
          </p:nvSpPr>
          <p:spPr>
            <a:xfrm flipH="false" flipV="false" rot="0">
              <a:off x="0" y="0"/>
              <a:ext cx="461708" cy="1151230"/>
            </a:xfrm>
            <a:custGeom>
              <a:avLst/>
              <a:gdLst/>
              <a:ahLst/>
              <a:cxnLst/>
              <a:rect r="r" b="b" t="t" l="l"/>
              <a:pathLst>
                <a:path h="1151230" w="461708">
                  <a:moveTo>
                    <a:pt x="81797" y="0"/>
                  </a:moveTo>
                  <a:lnTo>
                    <a:pt x="379910" y="0"/>
                  </a:lnTo>
                  <a:cubicBezTo>
                    <a:pt x="401604" y="0"/>
                    <a:pt x="422410" y="8618"/>
                    <a:pt x="437750" y="23958"/>
                  </a:cubicBezTo>
                  <a:cubicBezTo>
                    <a:pt x="453090" y="39298"/>
                    <a:pt x="461708" y="60103"/>
                    <a:pt x="461708" y="81797"/>
                  </a:cubicBezTo>
                  <a:lnTo>
                    <a:pt x="461708" y="1069432"/>
                  </a:lnTo>
                  <a:cubicBezTo>
                    <a:pt x="461708" y="1091126"/>
                    <a:pt x="453090" y="1111932"/>
                    <a:pt x="437750" y="1127272"/>
                  </a:cubicBezTo>
                  <a:cubicBezTo>
                    <a:pt x="422410" y="1142612"/>
                    <a:pt x="401604" y="1151230"/>
                    <a:pt x="379910" y="1151230"/>
                  </a:cubicBezTo>
                  <a:lnTo>
                    <a:pt x="81797" y="1151230"/>
                  </a:lnTo>
                  <a:cubicBezTo>
                    <a:pt x="60103" y="1151230"/>
                    <a:pt x="39298" y="1142612"/>
                    <a:pt x="23958" y="1127272"/>
                  </a:cubicBezTo>
                  <a:cubicBezTo>
                    <a:pt x="8618" y="1111932"/>
                    <a:pt x="0" y="1091126"/>
                    <a:pt x="0" y="1069432"/>
                  </a:cubicBezTo>
                  <a:lnTo>
                    <a:pt x="0" y="81797"/>
                  </a:lnTo>
                  <a:cubicBezTo>
                    <a:pt x="0" y="60103"/>
                    <a:pt x="8618" y="39298"/>
                    <a:pt x="23958" y="23958"/>
                  </a:cubicBezTo>
                  <a:cubicBezTo>
                    <a:pt x="39298" y="8618"/>
                    <a:pt x="60103" y="0"/>
                    <a:pt x="81797" y="0"/>
                  </a:cubicBezTo>
                  <a:close/>
                </a:path>
              </a:pathLst>
            </a:custGeom>
            <a:blipFill>
              <a:blip r:embed="rId7"/>
              <a:stretch>
                <a:fillRect l="-24" t="0" r="-24" b="0"/>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8" id="18"/>
          <p:cNvGrpSpPr/>
          <p:nvPr/>
        </p:nvGrpSpPr>
        <p:grpSpPr>
          <a:xfrm rot="0">
            <a:off x="13927556" y="1485900"/>
            <a:ext cx="3311131" cy="8167646"/>
            <a:chOff x="0" y="0"/>
            <a:chExt cx="461708" cy="1138906"/>
          </a:xfrm>
        </p:grpSpPr>
        <p:sp>
          <p:nvSpPr>
            <p:cNvPr name="Freeform 19" id="19"/>
            <p:cNvSpPr/>
            <p:nvPr/>
          </p:nvSpPr>
          <p:spPr>
            <a:xfrm flipH="false" flipV="false" rot="0">
              <a:off x="0" y="0"/>
              <a:ext cx="461708" cy="1138906"/>
            </a:xfrm>
            <a:custGeom>
              <a:avLst/>
              <a:gdLst/>
              <a:ahLst/>
              <a:cxnLst/>
              <a:rect r="r" b="b" t="t" l="l"/>
              <a:pathLst>
                <a:path h="1138906" w="461708">
                  <a:moveTo>
                    <a:pt x="81835" y="0"/>
                  </a:moveTo>
                  <a:lnTo>
                    <a:pt x="379873" y="0"/>
                  </a:lnTo>
                  <a:cubicBezTo>
                    <a:pt x="425069" y="0"/>
                    <a:pt x="461708" y="36639"/>
                    <a:pt x="461708" y="81835"/>
                  </a:cubicBezTo>
                  <a:lnTo>
                    <a:pt x="461708" y="1057071"/>
                  </a:lnTo>
                  <a:cubicBezTo>
                    <a:pt x="461708" y="1102267"/>
                    <a:pt x="425069" y="1138906"/>
                    <a:pt x="379873" y="1138906"/>
                  </a:cubicBezTo>
                  <a:lnTo>
                    <a:pt x="81835" y="1138906"/>
                  </a:lnTo>
                  <a:cubicBezTo>
                    <a:pt x="36639" y="1138906"/>
                    <a:pt x="0" y="1102267"/>
                    <a:pt x="0" y="1057071"/>
                  </a:cubicBezTo>
                  <a:lnTo>
                    <a:pt x="0" y="81835"/>
                  </a:lnTo>
                  <a:cubicBezTo>
                    <a:pt x="0" y="36639"/>
                    <a:pt x="36639" y="0"/>
                    <a:pt x="81835" y="0"/>
                  </a:cubicBezTo>
                  <a:close/>
                </a:path>
              </a:pathLst>
            </a:custGeom>
            <a:blipFill>
              <a:blip r:embed="rId8"/>
              <a:stretch>
                <a:fillRect l="0" t="-1315" r="0" b="-1315"/>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sp>
        <p:nvSpPr>
          <p:cNvPr name="TextBox 20" id="20"/>
          <p:cNvSpPr txBox="true"/>
          <p:nvPr/>
        </p:nvSpPr>
        <p:spPr>
          <a:xfrm rot="0">
            <a:off x="1095395" y="704941"/>
            <a:ext cx="2717304"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Ubah Kata Sandi</a:t>
            </a:r>
          </a:p>
        </p:txBody>
      </p:sp>
      <p:sp>
        <p:nvSpPr>
          <p:cNvPr name="TextBox 21" id="21"/>
          <p:cNvSpPr txBox="true"/>
          <p:nvPr/>
        </p:nvSpPr>
        <p:spPr>
          <a:xfrm rot="0">
            <a:off x="14290326" y="733425"/>
            <a:ext cx="2585591"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Tambah Alamat</a:t>
            </a:r>
          </a:p>
        </p:txBody>
      </p:sp>
      <p:sp>
        <p:nvSpPr>
          <p:cNvPr name="TextBox 22" id="22"/>
          <p:cNvSpPr txBox="true"/>
          <p:nvPr/>
        </p:nvSpPr>
        <p:spPr>
          <a:xfrm rot="0">
            <a:off x="10135720" y="733425"/>
            <a:ext cx="2075408"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Alamat Saya</a:t>
            </a:r>
          </a:p>
        </p:txBody>
      </p:sp>
      <p:sp>
        <p:nvSpPr>
          <p:cNvPr name="TextBox 23" id="23"/>
          <p:cNvSpPr txBox="true"/>
          <p:nvPr/>
        </p:nvSpPr>
        <p:spPr>
          <a:xfrm rot="0">
            <a:off x="5118902" y="733425"/>
            <a:ext cx="3291185"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Ubah Nomor Ponsel</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320000"/>
        </a:solidFill>
      </p:bgPr>
    </p:bg>
    <p:spTree>
      <p:nvGrpSpPr>
        <p:cNvPr id="1" name=""/>
        <p:cNvGrpSpPr/>
        <p:nvPr/>
      </p:nvGrpSpPr>
      <p:grpSpPr>
        <a:xfrm>
          <a:off x="0" y="0"/>
          <a:ext cx="0" cy="0"/>
          <a:chOff x="0" y="0"/>
          <a:chExt cx="0" cy="0"/>
        </a:xfrm>
      </p:grpSpPr>
      <p:grpSp>
        <p:nvGrpSpPr>
          <p:cNvPr name="Group 2" id="2"/>
          <p:cNvGrpSpPr/>
          <p:nvPr/>
        </p:nvGrpSpPr>
        <p:grpSpPr>
          <a:xfrm rot="0">
            <a:off x="3141253" y="-831486"/>
            <a:ext cx="16240125" cy="11118486"/>
            <a:chOff x="0" y="0"/>
            <a:chExt cx="21653500" cy="14824648"/>
          </a:xfrm>
        </p:grpSpPr>
        <p:sp>
          <p:nvSpPr>
            <p:cNvPr name="AutoShape 3" id="3"/>
            <p:cNvSpPr/>
            <p:nvPr/>
          </p:nvSpPr>
          <p:spPr>
            <a:xfrm>
              <a:off x="63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4" id="4"/>
            <p:cNvSpPr/>
            <p:nvPr/>
          </p:nvSpPr>
          <p:spPr>
            <a:xfrm>
              <a:off x="72199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5" id="5"/>
            <p:cNvSpPr/>
            <p:nvPr/>
          </p:nvSpPr>
          <p:spPr>
            <a:xfrm>
              <a:off x="144335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6" id="6"/>
            <p:cNvSpPr/>
            <p:nvPr/>
          </p:nvSpPr>
          <p:spPr>
            <a:xfrm>
              <a:off x="216471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grpSp>
      <p:sp>
        <p:nvSpPr>
          <p:cNvPr name="Freeform 7" id="7"/>
          <p:cNvSpPr/>
          <p:nvPr/>
        </p:nvSpPr>
        <p:spPr>
          <a:xfrm flipH="false" flipV="false" rot="0">
            <a:off x="-1069008" y="-1373680"/>
            <a:ext cx="7209415" cy="7209415"/>
          </a:xfrm>
          <a:custGeom>
            <a:avLst/>
            <a:gdLst/>
            <a:ahLst/>
            <a:cxnLst/>
            <a:rect r="r" b="b" t="t" l="l"/>
            <a:pathLst>
              <a:path h="7209415" w="7209415">
                <a:moveTo>
                  <a:pt x="0" y="0"/>
                </a:moveTo>
                <a:lnTo>
                  <a:pt x="7209414" y="0"/>
                </a:lnTo>
                <a:lnTo>
                  <a:pt x="7209414" y="7209415"/>
                </a:lnTo>
                <a:lnTo>
                  <a:pt x="0" y="7209415"/>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6305222" y="146101"/>
            <a:ext cx="1251032" cy="1251032"/>
          </a:xfrm>
          <a:custGeom>
            <a:avLst/>
            <a:gdLst/>
            <a:ahLst/>
            <a:cxnLst/>
            <a:rect r="r" b="b" t="t" l="l"/>
            <a:pathLst>
              <a:path h="1251032" w="1251032">
                <a:moveTo>
                  <a:pt x="0" y="0"/>
                </a:moveTo>
                <a:lnTo>
                  <a:pt x="1251032" y="0"/>
                </a:lnTo>
                <a:lnTo>
                  <a:pt x="1251032" y="1251031"/>
                </a:lnTo>
                <a:lnTo>
                  <a:pt x="0" y="125103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4584154" y="9085272"/>
            <a:ext cx="2758837" cy="568275"/>
          </a:xfrm>
          <a:custGeom>
            <a:avLst/>
            <a:gdLst/>
            <a:ahLst/>
            <a:cxnLst/>
            <a:rect r="r" b="b" t="t" l="l"/>
            <a:pathLst>
              <a:path h="568275" w="2758837">
                <a:moveTo>
                  <a:pt x="0" y="0"/>
                </a:moveTo>
                <a:lnTo>
                  <a:pt x="2758837" y="0"/>
                </a:lnTo>
                <a:lnTo>
                  <a:pt x="2758837" y="568274"/>
                </a:lnTo>
                <a:lnTo>
                  <a:pt x="0" y="568274"/>
                </a:lnTo>
                <a:lnTo>
                  <a:pt x="0" y="0"/>
                </a:lnTo>
                <a:close/>
              </a:path>
            </a:pathLst>
          </a:custGeom>
          <a:blipFill>
            <a:blip r:embed="rId4"/>
            <a:stretch>
              <a:fillRect l="0" t="-20329" r="0" b="-7659"/>
            </a:stretch>
          </a:blipFill>
        </p:spPr>
      </p:sp>
      <p:sp>
        <p:nvSpPr>
          <p:cNvPr name="Freeform 10" id="10"/>
          <p:cNvSpPr/>
          <p:nvPr/>
        </p:nvSpPr>
        <p:spPr>
          <a:xfrm flipH="false" flipV="false" rot="0">
            <a:off x="1249629" y="9085272"/>
            <a:ext cx="2758837" cy="568275"/>
          </a:xfrm>
          <a:custGeom>
            <a:avLst/>
            <a:gdLst/>
            <a:ahLst/>
            <a:cxnLst/>
            <a:rect r="r" b="b" t="t" l="l"/>
            <a:pathLst>
              <a:path h="568275" w="2758837">
                <a:moveTo>
                  <a:pt x="0" y="0"/>
                </a:moveTo>
                <a:lnTo>
                  <a:pt x="2758838" y="0"/>
                </a:lnTo>
                <a:lnTo>
                  <a:pt x="2758838" y="568274"/>
                </a:lnTo>
                <a:lnTo>
                  <a:pt x="0" y="568274"/>
                </a:lnTo>
                <a:lnTo>
                  <a:pt x="0" y="0"/>
                </a:lnTo>
                <a:close/>
              </a:path>
            </a:pathLst>
          </a:custGeom>
          <a:blipFill>
            <a:blip r:embed="rId4"/>
            <a:stretch>
              <a:fillRect l="0" t="-20329" r="0" b="-7659"/>
            </a:stretch>
          </a:blipFill>
        </p:spPr>
      </p:sp>
      <p:sp>
        <p:nvSpPr>
          <p:cNvPr name="Freeform 11" id="11"/>
          <p:cNvSpPr/>
          <p:nvPr/>
        </p:nvSpPr>
        <p:spPr>
          <a:xfrm flipH="false" flipV="false" rot="0">
            <a:off x="7952113" y="9085272"/>
            <a:ext cx="2775554" cy="571718"/>
          </a:xfrm>
          <a:custGeom>
            <a:avLst/>
            <a:gdLst/>
            <a:ahLst/>
            <a:cxnLst/>
            <a:rect r="r" b="b" t="t" l="l"/>
            <a:pathLst>
              <a:path h="571718" w="2775554">
                <a:moveTo>
                  <a:pt x="0" y="0"/>
                </a:moveTo>
                <a:lnTo>
                  <a:pt x="2775554" y="0"/>
                </a:lnTo>
                <a:lnTo>
                  <a:pt x="2775554" y="571718"/>
                </a:lnTo>
                <a:lnTo>
                  <a:pt x="0" y="571718"/>
                </a:lnTo>
                <a:lnTo>
                  <a:pt x="0" y="0"/>
                </a:lnTo>
                <a:close/>
              </a:path>
            </a:pathLst>
          </a:custGeom>
          <a:blipFill>
            <a:blip r:embed="rId4"/>
            <a:stretch>
              <a:fillRect l="0" t="-20329" r="0" b="-7659"/>
            </a:stretch>
          </a:blipFill>
        </p:spPr>
      </p:sp>
      <p:grpSp>
        <p:nvGrpSpPr>
          <p:cNvPr name="Group 12" id="12"/>
          <p:cNvGrpSpPr/>
          <p:nvPr/>
        </p:nvGrpSpPr>
        <p:grpSpPr>
          <a:xfrm rot="0">
            <a:off x="5535869" y="1028700"/>
            <a:ext cx="3311131" cy="8516572"/>
            <a:chOff x="0" y="0"/>
            <a:chExt cx="461708" cy="1187560"/>
          </a:xfrm>
        </p:grpSpPr>
        <p:sp>
          <p:nvSpPr>
            <p:cNvPr name="Freeform 13" id="13"/>
            <p:cNvSpPr/>
            <p:nvPr/>
          </p:nvSpPr>
          <p:spPr>
            <a:xfrm flipH="false" flipV="false" rot="0">
              <a:off x="0" y="0"/>
              <a:ext cx="461708" cy="1187560"/>
            </a:xfrm>
            <a:custGeom>
              <a:avLst/>
              <a:gdLst/>
              <a:ahLst/>
              <a:cxnLst/>
              <a:rect r="r" b="b" t="t" l="l"/>
              <a:pathLst>
                <a:path h="1187560" w="461708">
                  <a:moveTo>
                    <a:pt x="81835" y="0"/>
                  </a:moveTo>
                  <a:lnTo>
                    <a:pt x="379873" y="0"/>
                  </a:lnTo>
                  <a:cubicBezTo>
                    <a:pt x="425069" y="0"/>
                    <a:pt x="461708" y="36639"/>
                    <a:pt x="461708" y="81835"/>
                  </a:cubicBezTo>
                  <a:lnTo>
                    <a:pt x="461708" y="1105725"/>
                  </a:lnTo>
                  <a:cubicBezTo>
                    <a:pt x="461708" y="1150922"/>
                    <a:pt x="425069" y="1187560"/>
                    <a:pt x="379873" y="1187560"/>
                  </a:cubicBezTo>
                  <a:lnTo>
                    <a:pt x="81835" y="1187560"/>
                  </a:lnTo>
                  <a:cubicBezTo>
                    <a:pt x="36639" y="1187560"/>
                    <a:pt x="0" y="1150922"/>
                    <a:pt x="0" y="1105725"/>
                  </a:cubicBezTo>
                  <a:lnTo>
                    <a:pt x="0" y="81835"/>
                  </a:lnTo>
                  <a:cubicBezTo>
                    <a:pt x="0" y="36639"/>
                    <a:pt x="36639" y="0"/>
                    <a:pt x="81835" y="0"/>
                  </a:cubicBezTo>
                  <a:close/>
                </a:path>
              </a:pathLst>
            </a:custGeom>
            <a:blipFill>
              <a:blip r:embed="rId5"/>
              <a:stretch>
                <a:fillRect l="-638" t="0" r="-638" b="0"/>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4" id="14"/>
          <p:cNvGrpSpPr/>
          <p:nvPr/>
        </p:nvGrpSpPr>
        <p:grpSpPr>
          <a:xfrm rot="0">
            <a:off x="10374403" y="1028700"/>
            <a:ext cx="3312667" cy="8520016"/>
            <a:chOff x="0" y="0"/>
            <a:chExt cx="461708" cy="1187490"/>
          </a:xfrm>
        </p:grpSpPr>
        <p:sp>
          <p:nvSpPr>
            <p:cNvPr name="Freeform 15" id="15"/>
            <p:cNvSpPr/>
            <p:nvPr/>
          </p:nvSpPr>
          <p:spPr>
            <a:xfrm flipH="false" flipV="false" rot="0">
              <a:off x="0" y="0"/>
              <a:ext cx="461708" cy="1187490"/>
            </a:xfrm>
            <a:custGeom>
              <a:avLst/>
              <a:gdLst/>
              <a:ahLst/>
              <a:cxnLst/>
              <a:rect r="r" b="b" t="t" l="l"/>
              <a:pathLst>
                <a:path h="1187490" w="461708">
                  <a:moveTo>
                    <a:pt x="81797" y="0"/>
                  </a:moveTo>
                  <a:lnTo>
                    <a:pt x="379910" y="0"/>
                  </a:lnTo>
                  <a:cubicBezTo>
                    <a:pt x="401604" y="0"/>
                    <a:pt x="422410" y="8618"/>
                    <a:pt x="437750" y="23958"/>
                  </a:cubicBezTo>
                  <a:cubicBezTo>
                    <a:pt x="453090" y="39298"/>
                    <a:pt x="461708" y="60103"/>
                    <a:pt x="461708" y="81797"/>
                  </a:cubicBezTo>
                  <a:lnTo>
                    <a:pt x="461708" y="1105692"/>
                  </a:lnTo>
                  <a:cubicBezTo>
                    <a:pt x="461708" y="1127386"/>
                    <a:pt x="453090" y="1148192"/>
                    <a:pt x="437750" y="1163532"/>
                  </a:cubicBezTo>
                  <a:cubicBezTo>
                    <a:pt x="422410" y="1178872"/>
                    <a:pt x="401604" y="1187490"/>
                    <a:pt x="379910" y="1187490"/>
                  </a:cubicBezTo>
                  <a:lnTo>
                    <a:pt x="81797" y="1187490"/>
                  </a:lnTo>
                  <a:cubicBezTo>
                    <a:pt x="60103" y="1187490"/>
                    <a:pt x="39298" y="1178872"/>
                    <a:pt x="23958" y="1163532"/>
                  </a:cubicBezTo>
                  <a:cubicBezTo>
                    <a:pt x="8618" y="1148192"/>
                    <a:pt x="0" y="1127386"/>
                    <a:pt x="0" y="1105692"/>
                  </a:cubicBezTo>
                  <a:lnTo>
                    <a:pt x="0" y="81797"/>
                  </a:lnTo>
                  <a:cubicBezTo>
                    <a:pt x="0" y="60103"/>
                    <a:pt x="8618" y="39298"/>
                    <a:pt x="23958" y="23958"/>
                  </a:cubicBezTo>
                  <a:cubicBezTo>
                    <a:pt x="39298" y="8618"/>
                    <a:pt x="60103" y="0"/>
                    <a:pt x="81797" y="0"/>
                  </a:cubicBezTo>
                  <a:close/>
                </a:path>
              </a:pathLst>
            </a:custGeom>
            <a:blipFill>
              <a:blip r:embed="rId6"/>
              <a:stretch>
                <a:fillRect l="0" t="-1841" r="0" b="-1841"/>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sp>
        <p:nvSpPr>
          <p:cNvPr name="TextBox 16" id="16"/>
          <p:cNvSpPr txBox="true"/>
          <p:nvPr/>
        </p:nvSpPr>
        <p:spPr>
          <a:xfrm rot="0">
            <a:off x="11032472" y="247741"/>
            <a:ext cx="1996529"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Keluar Akun</a:t>
            </a:r>
          </a:p>
        </p:txBody>
      </p:sp>
      <p:sp>
        <p:nvSpPr>
          <p:cNvPr name="TextBox 17" id="17"/>
          <p:cNvSpPr txBox="true"/>
          <p:nvPr/>
        </p:nvSpPr>
        <p:spPr>
          <a:xfrm rot="0">
            <a:off x="6024027" y="247741"/>
            <a:ext cx="2334816"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Kontak Admin</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bg>
      <p:bgPr>
        <a:solidFill>
          <a:srgbClr val="320000"/>
        </a:solidFill>
      </p:bgPr>
    </p:bg>
    <p:spTree>
      <p:nvGrpSpPr>
        <p:cNvPr id="1" name=""/>
        <p:cNvGrpSpPr/>
        <p:nvPr/>
      </p:nvGrpSpPr>
      <p:grpSpPr>
        <a:xfrm>
          <a:off x="0" y="0"/>
          <a:ext cx="0" cy="0"/>
          <a:chOff x="0" y="0"/>
          <a:chExt cx="0" cy="0"/>
        </a:xfrm>
      </p:grpSpPr>
      <p:grpSp>
        <p:nvGrpSpPr>
          <p:cNvPr name="Group 2" id="2"/>
          <p:cNvGrpSpPr/>
          <p:nvPr/>
        </p:nvGrpSpPr>
        <p:grpSpPr>
          <a:xfrm rot="0">
            <a:off x="1019175" y="-448043"/>
            <a:ext cx="16240125" cy="11118486"/>
            <a:chOff x="0" y="0"/>
            <a:chExt cx="21653500" cy="14824648"/>
          </a:xfrm>
        </p:grpSpPr>
        <p:sp>
          <p:nvSpPr>
            <p:cNvPr name="AutoShape 3" id="3"/>
            <p:cNvSpPr/>
            <p:nvPr/>
          </p:nvSpPr>
          <p:spPr>
            <a:xfrm>
              <a:off x="63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4" id="4"/>
            <p:cNvSpPr/>
            <p:nvPr/>
          </p:nvSpPr>
          <p:spPr>
            <a:xfrm>
              <a:off x="72199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5" id="5"/>
            <p:cNvSpPr/>
            <p:nvPr/>
          </p:nvSpPr>
          <p:spPr>
            <a:xfrm>
              <a:off x="144335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6" id="6"/>
            <p:cNvSpPr/>
            <p:nvPr/>
          </p:nvSpPr>
          <p:spPr>
            <a:xfrm>
              <a:off x="216471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grpSp>
      <p:sp>
        <p:nvSpPr>
          <p:cNvPr name="Freeform 7" id="7"/>
          <p:cNvSpPr/>
          <p:nvPr/>
        </p:nvSpPr>
        <p:spPr>
          <a:xfrm flipH="false" flipV="false" rot="0">
            <a:off x="-1069008" y="-1373680"/>
            <a:ext cx="7209415" cy="7209415"/>
          </a:xfrm>
          <a:custGeom>
            <a:avLst/>
            <a:gdLst/>
            <a:ahLst/>
            <a:cxnLst/>
            <a:rect r="r" b="b" t="t" l="l"/>
            <a:pathLst>
              <a:path h="7209415" w="7209415">
                <a:moveTo>
                  <a:pt x="0" y="0"/>
                </a:moveTo>
                <a:lnTo>
                  <a:pt x="7209414" y="0"/>
                </a:lnTo>
                <a:lnTo>
                  <a:pt x="7209414" y="7209415"/>
                </a:lnTo>
                <a:lnTo>
                  <a:pt x="0" y="7209415"/>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6305222" y="146101"/>
            <a:ext cx="1251032" cy="1251032"/>
          </a:xfrm>
          <a:custGeom>
            <a:avLst/>
            <a:gdLst/>
            <a:ahLst/>
            <a:cxnLst/>
            <a:rect r="r" b="b" t="t" l="l"/>
            <a:pathLst>
              <a:path h="1251032" w="1251032">
                <a:moveTo>
                  <a:pt x="0" y="0"/>
                </a:moveTo>
                <a:lnTo>
                  <a:pt x="1251032" y="0"/>
                </a:lnTo>
                <a:lnTo>
                  <a:pt x="1251032" y="1251031"/>
                </a:lnTo>
                <a:lnTo>
                  <a:pt x="0" y="125103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4584154" y="9085272"/>
            <a:ext cx="2758837" cy="568275"/>
          </a:xfrm>
          <a:custGeom>
            <a:avLst/>
            <a:gdLst/>
            <a:ahLst/>
            <a:cxnLst/>
            <a:rect r="r" b="b" t="t" l="l"/>
            <a:pathLst>
              <a:path h="568275" w="2758837">
                <a:moveTo>
                  <a:pt x="0" y="0"/>
                </a:moveTo>
                <a:lnTo>
                  <a:pt x="2758837" y="0"/>
                </a:lnTo>
                <a:lnTo>
                  <a:pt x="2758837" y="568274"/>
                </a:lnTo>
                <a:lnTo>
                  <a:pt x="0" y="568274"/>
                </a:lnTo>
                <a:lnTo>
                  <a:pt x="0" y="0"/>
                </a:lnTo>
                <a:close/>
              </a:path>
            </a:pathLst>
          </a:custGeom>
          <a:blipFill>
            <a:blip r:embed="rId4"/>
            <a:stretch>
              <a:fillRect l="0" t="-20329" r="0" b="-7659"/>
            </a:stretch>
          </a:blipFill>
        </p:spPr>
      </p:sp>
      <p:sp>
        <p:nvSpPr>
          <p:cNvPr name="Freeform 10" id="10"/>
          <p:cNvSpPr/>
          <p:nvPr/>
        </p:nvSpPr>
        <p:spPr>
          <a:xfrm flipH="false" flipV="false" rot="0">
            <a:off x="1249629" y="9085272"/>
            <a:ext cx="2758837" cy="568275"/>
          </a:xfrm>
          <a:custGeom>
            <a:avLst/>
            <a:gdLst/>
            <a:ahLst/>
            <a:cxnLst/>
            <a:rect r="r" b="b" t="t" l="l"/>
            <a:pathLst>
              <a:path h="568275" w="2758837">
                <a:moveTo>
                  <a:pt x="0" y="0"/>
                </a:moveTo>
                <a:lnTo>
                  <a:pt x="2758838" y="0"/>
                </a:lnTo>
                <a:lnTo>
                  <a:pt x="2758838" y="568274"/>
                </a:lnTo>
                <a:lnTo>
                  <a:pt x="0" y="568274"/>
                </a:lnTo>
                <a:lnTo>
                  <a:pt x="0" y="0"/>
                </a:lnTo>
                <a:close/>
              </a:path>
            </a:pathLst>
          </a:custGeom>
          <a:blipFill>
            <a:blip r:embed="rId4"/>
            <a:stretch>
              <a:fillRect l="0" t="-20329" r="0" b="-7659"/>
            </a:stretch>
          </a:blipFill>
        </p:spPr>
      </p:sp>
      <p:sp>
        <p:nvSpPr>
          <p:cNvPr name="Freeform 11" id="11"/>
          <p:cNvSpPr/>
          <p:nvPr/>
        </p:nvSpPr>
        <p:spPr>
          <a:xfrm flipH="false" flipV="false" rot="0">
            <a:off x="7952113" y="9085272"/>
            <a:ext cx="2775554" cy="571718"/>
          </a:xfrm>
          <a:custGeom>
            <a:avLst/>
            <a:gdLst/>
            <a:ahLst/>
            <a:cxnLst/>
            <a:rect r="r" b="b" t="t" l="l"/>
            <a:pathLst>
              <a:path h="571718" w="2775554">
                <a:moveTo>
                  <a:pt x="0" y="0"/>
                </a:moveTo>
                <a:lnTo>
                  <a:pt x="2775554" y="0"/>
                </a:lnTo>
                <a:lnTo>
                  <a:pt x="2775554" y="571718"/>
                </a:lnTo>
                <a:lnTo>
                  <a:pt x="0" y="571718"/>
                </a:lnTo>
                <a:lnTo>
                  <a:pt x="0" y="0"/>
                </a:lnTo>
                <a:close/>
              </a:path>
            </a:pathLst>
          </a:custGeom>
          <a:blipFill>
            <a:blip r:embed="rId4"/>
            <a:stretch>
              <a:fillRect l="0" t="-20329" r="0" b="-7659"/>
            </a:stretch>
          </a:blipFill>
        </p:spPr>
      </p:sp>
      <p:grpSp>
        <p:nvGrpSpPr>
          <p:cNvPr name="Group 12" id="12"/>
          <p:cNvGrpSpPr/>
          <p:nvPr/>
        </p:nvGrpSpPr>
        <p:grpSpPr>
          <a:xfrm rot="0">
            <a:off x="808007" y="2231027"/>
            <a:ext cx="3311131" cy="7422519"/>
            <a:chOff x="0" y="0"/>
            <a:chExt cx="461708" cy="1035004"/>
          </a:xfrm>
        </p:grpSpPr>
        <p:sp>
          <p:nvSpPr>
            <p:cNvPr name="Freeform 13" id="13"/>
            <p:cNvSpPr/>
            <p:nvPr/>
          </p:nvSpPr>
          <p:spPr>
            <a:xfrm flipH="false" flipV="false" rot="0">
              <a:off x="0" y="0"/>
              <a:ext cx="461708" cy="1035004"/>
            </a:xfrm>
            <a:custGeom>
              <a:avLst/>
              <a:gdLst/>
              <a:ahLst/>
              <a:cxnLst/>
              <a:rect r="r" b="b" t="t" l="l"/>
              <a:pathLst>
                <a:path h="1035004" w="461708">
                  <a:moveTo>
                    <a:pt x="81835" y="0"/>
                  </a:moveTo>
                  <a:lnTo>
                    <a:pt x="379873" y="0"/>
                  </a:lnTo>
                  <a:cubicBezTo>
                    <a:pt x="425069" y="0"/>
                    <a:pt x="461708" y="36639"/>
                    <a:pt x="461708" y="81835"/>
                  </a:cubicBezTo>
                  <a:lnTo>
                    <a:pt x="461708" y="953169"/>
                  </a:lnTo>
                  <a:cubicBezTo>
                    <a:pt x="461708" y="974873"/>
                    <a:pt x="453086" y="995688"/>
                    <a:pt x="437739" y="1011035"/>
                  </a:cubicBezTo>
                  <a:cubicBezTo>
                    <a:pt x="422392" y="1026383"/>
                    <a:pt x="401577" y="1035004"/>
                    <a:pt x="379873" y="1035004"/>
                  </a:cubicBezTo>
                  <a:lnTo>
                    <a:pt x="81835" y="1035004"/>
                  </a:lnTo>
                  <a:cubicBezTo>
                    <a:pt x="36639" y="1035004"/>
                    <a:pt x="0" y="998366"/>
                    <a:pt x="0" y="953169"/>
                  </a:cubicBezTo>
                  <a:lnTo>
                    <a:pt x="0" y="81835"/>
                  </a:lnTo>
                  <a:cubicBezTo>
                    <a:pt x="0" y="36639"/>
                    <a:pt x="36639" y="0"/>
                    <a:pt x="81835" y="0"/>
                  </a:cubicBezTo>
                  <a:close/>
                </a:path>
              </a:pathLst>
            </a:custGeom>
            <a:blipFill>
              <a:blip r:embed="rId5"/>
              <a:stretch>
                <a:fillRect l="-229" t="0" r="-229" b="0"/>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4" id="14"/>
          <p:cNvGrpSpPr/>
          <p:nvPr/>
        </p:nvGrpSpPr>
        <p:grpSpPr>
          <a:xfrm rot="0">
            <a:off x="5108161" y="2231027"/>
            <a:ext cx="3312667" cy="7425963"/>
            <a:chOff x="0" y="0"/>
            <a:chExt cx="461708" cy="1035004"/>
          </a:xfrm>
        </p:grpSpPr>
        <p:sp>
          <p:nvSpPr>
            <p:cNvPr name="Freeform 15" id="15"/>
            <p:cNvSpPr/>
            <p:nvPr/>
          </p:nvSpPr>
          <p:spPr>
            <a:xfrm flipH="false" flipV="false" rot="0">
              <a:off x="0" y="0"/>
              <a:ext cx="461708" cy="1035004"/>
            </a:xfrm>
            <a:custGeom>
              <a:avLst/>
              <a:gdLst/>
              <a:ahLst/>
              <a:cxnLst/>
              <a:rect r="r" b="b" t="t" l="l"/>
              <a:pathLst>
                <a:path h="1035004" w="461708">
                  <a:moveTo>
                    <a:pt x="81797" y="0"/>
                  </a:moveTo>
                  <a:lnTo>
                    <a:pt x="379910" y="0"/>
                  </a:lnTo>
                  <a:cubicBezTo>
                    <a:pt x="401604" y="0"/>
                    <a:pt x="422410" y="8618"/>
                    <a:pt x="437750" y="23958"/>
                  </a:cubicBezTo>
                  <a:cubicBezTo>
                    <a:pt x="453090" y="39298"/>
                    <a:pt x="461708" y="60103"/>
                    <a:pt x="461708" y="81797"/>
                  </a:cubicBezTo>
                  <a:lnTo>
                    <a:pt x="461708" y="953207"/>
                  </a:lnTo>
                  <a:cubicBezTo>
                    <a:pt x="461708" y="974901"/>
                    <a:pt x="453090" y="995707"/>
                    <a:pt x="437750" y="1011047"/>
                  </a:cubicBezTo>
                  <a:cubicBezTo>
                    <a:pt x="422410" y="1026386"/>
                    <a:pt x="401604" y="1035004"/>
                    <a:pt x="379910" y="1035004"/>
                  </a:cubicBezTo>
                  <a:lnTo>
                    <a:pt x="81797" y="1035004"/>
                  </a:lnTo>
                  <a:cubicBezTo>
                    <a:pt x="60103" y="1035004"/>
                    <a:pt x="39298" y="1026386"/>
                    <a:pt x="23958" y="1011047"/>
                  </a:cubicBezTo>
                  <a:cubicBezTo>
                    <a:pt x="8618" y="995707"/>
                    <a:pt x="0" y="974901"/>
                    <a:pt x="0" y="953207"/>
                  </a:cubicBezTo>
                  <a:lnTo>
                    <a:pt x="0" y="81797"/>
                  </a:lnTo>
                  <a:cubicBezTo>
                    <a:pt x="0" y="60103"/>
                    <a:pt x="8618" y="39298"/>
                    <a:pt x="23958" y="23958"/>
                  </a:cubicBezTo>
                  <a:cubicBezTo>
                    <a:pt x="39298" y="8618"/>
                    <a:pt x="60103" y="0"/>
                    <a:pt x="81797" y="0"/>
                  </a:cubicBezTo>
                  <a:close/>
                </a:path>
              </a:pathLst>
            </a:custGeom>
            <a:blipFill>
              <a:blip r:embed="rId6"/>
              <a:stretch>
                <a:fillRect l="-1651" t="0" r="-1651" b="0"/>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6" id="16"/>
          <p:cNvGrpSpPr/>
          <p:nvPr/>
        </p:nvGrpSpPr>
        <p:grpSpPr>
          <a:xfrm rot="0">
            <a:off x="9517090" y="2231027"/>
            <a:ext cx="3312667" cy="7425963"/>
            <a:chOff x="0" y="0"/>
            <a:chExt cx="461708" cy="1035004"/>
          </a:xfrm>
        </p:grpSpPr>
        <p:sp>
          <p:nvSpPr>
            <p:cNvPr name="Freeform 17" id="17"/>
            <p:cNvSpPr/>
            <p:nvPr/>
          </p:nvSpPr>
          <p:spPr>
            <a:xfrm flipH="false" flipV="false" rot="0">
              <a:off x="0" y="0"/>
              <a:ext cx="461708" cy="1035004"/>
            </a:xfrm>
            <a:custGeom>
              <a:avLst/>
              <a:gdLst/>
              <a:ahLst/>
              <a:cxnLst/>
              <a:rect r="r" b="b" t="t" l="l"/>
              <a:pathLst>
                <a:path h="1035004" w="461708">
                  <a:moveTo>
                    <a:pt x="81797" y="0"/>
                  </a:moveTo>
                  <a:lnTo>
                    <a:pt x="379910" y="0"/>
                  </a:lnTo>
                  <a:cubicBezTo>
                    <a:pt x="401604" y="0"/>
                    <a:pt x="422410" y="8618"/>
                    <a:pt x="437750" y="23958"/>
                  </a:cubicBezTo>
                  <a:cubicBezTo>
                    <a:pt x="453090" y="39298"/>
                    <a:pt x="461708" y="60103"/>
                    <a:pt x="461708" y="81797"/>
                  </a:cubicBezTo>
                  <a:lnTo>
                    <a:pt x="461708" y="953207"/>
                  </a:lnTo>
                  <a:cubicBezTo>
                    <a:pt x="461708" y="974901"/>
                    <a:pt x="453090" y="995707"/>
                    <a:pt x="437750" y="1011047"/>
                  </a:cubicBezTo>
                  <a:cubicBezTo>
                    <a:pt x="422410" y="1026386"/>
                    <a:pt x="401604" y="1035004"/>
                    <a:pt x="379910" y="1035004"/>
                  </a:cubicBezTo>
                  <a:lnTo>
                    <a:pt x="81797" y="1035004"/>
                  </a:lnTo>
                  <a:cubicBezTo>
                    <a:pt x="60103" y="1035004"/>
                    <a:pt x="39298" y="1026386"/>
                    <a:pt x="23958" y="1011047"/>
                  </a:cubicBezTo>
                  <a:cubicBezTo>
                    <a:pt x="8618" y="995707"/>
                    <a:pt x="0" y="974901"/>
                    <a:pt x="0" y="953207"/>
                  </a:cubicBezTo>
                  <a:lnTo>
                    <a:pt x="0" y="81797"/>
                  </a:lnTo>
                  <a:cubicBezTo>
                    <a:pt x="0" y="60103"/>
                    <a:pt x="8618" y="39298"/>
                    <a:pt x="23958" y="23958"/>
                  </a:cubicBezTo>
                  <a:cubicBezTo>
                    <a:pt x="39298" y="8618"/>
                    <a:pt x="60103" y="0"/>
                    <a:pt x="81797" y="0"/>
                  </a:cubicBezTo>
                  <a:close/>
                </a:path>
              </a:pathLst>
            </a:custGeom>
            <a:blipFill>
              <a:blip r:embed="rId7"/>
              <a:stretch>
                <a:fillRect l="0" t="-3357" r="0" b="-3357"/>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sp>
        <p:nvSpPr>
          <p:cNvPr name="TextBox 18" id="18"/>
          <p:cNvSpPr txBox="true"/>
          <p:nvPr/>
        </p:nvSpPr>
        <p:spPr>
          <a:xfrm rot="0">
            <a:off x="5815718" y="274676"/>
            <a:ext cx="6647038" cy="688976"/>
          </a:xfrm>
          <a:prstGeom prst="rect">
            <a:avLst/>
          </a:prstGeom>
        </p:spPr>
        <p:txBody>
          <a:bodyPr anchor="t" rtlCol="false" tIns="0" lIns="0" bIns="0" rIns="0">
            <a:spAutoFit/>
          </a:bodyPr>
          <a:lstStyle/>
          <a:p>
            <a:pPr algn="ctr">
              <a:lnSpc>
                <a:spcPts val="5599"/>
              </a:lnSpc>
              <a:spcBef>
                <a:spcPct val="0"/>
              </a:spcBef>
            </a:pPr>
            <a:r>
              <a:rPr lang="en-US" sz="3999" spc="-231">
                <a:solidFill>
                  <a:srgbClr val="FFFFFF"/>
                </a:solidFill>
                <a:latin typeface="Higuen Elegant Serif"/>
                <a:ea typeface="Higuen Elegant Serif"/>
                <a:cs typeface="Higuen Elegant Serif"/>
                <a:sym typeface="Higuen Elegant Serif"/>
              </a:rPr>
              <a:t>Dashboard Admin</a:t>
            </a:r>
          </a:p>
        </p:txBody>
      </p:sp>
      <p:sp>
        <p:nvSpPr>
          <p:cNvPr name="TextBox 19" id="19"/>
          <p:cNvSpPr txBox="true"/>
          <p:nvPr/>
        </p:nvSpPr>
        <p:spPr>
          <a:xfrm rot="0">
            <a:off x="1357203" y="1599385"/>
            <a:ext cx="2356991"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Splash Screen</a:t>
            </a:r>
          </a:p>
        </p:txBody>
      </p:sp>
      <p:sp>
        <p:nvSpPr>
          <p:cNvPr name="TextBox 20" id="20"/>
          <p:cNvSpPr txBox="true"/>
          <p:nvPr/>
        </p:nvSpPr>
        <p:spPr>
          <a:xfrm rot="0">
            <a:off x="14974638" y="1599385"/>
            <a:ext cx="1216968"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Navbar</a:t>
            </a:r>
          </a:p>
        </p:txBody>
      </p:sp>
      <p:sp>
        <p:nvSpPr>
          <p:cNvPr name="TextBox 21" id="21"/>
          <p:cNvSpPr txBox="true"/>
          <p:nvPr/>
        </p:nvSpPr>
        <p:spPr>
          <a:xfrm rot="0">
            <a:off x="10470806" y="1523185"/>
            <a:ext cx="1405235"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Beranda</a:t>
            </a:r>
          </a:p>
        </p:txBody>
      </p:sp>
      <p:sp>
        <p:nvSpPr>
          <p:cNvPr name="TextBox 22" id="22"/>
          <p:cNvSpPr txBox="true"/>
          <p:nvPr/>
        </p:nvSpPr>
        <p:spPr>
          <a:xfrm rot="0">
            <a:off x="5195474" y="1599385"/>
            <a:ext cx="3138041"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Masuk akun admin</a:t>
            </a:r>
          </a:p>
        </p:txBody>
      </p:sp>
      <p:grpSp>
        <p:nvGrpSpPr>
          <p:cNvPr name="Group 23" id="23"/>
          <p:cNvGrpSpPr/>
          <p:nvPr/>
        </p:nvGrpSpPr>
        <p:grpSpPr>
          <a:xfrm rot="0">
            <a:off x="13948169" y="2234471"/>
            <a:ext cx="3311131" cy="7422519"/>
            <a:chOff x="0" y="0"/>
            <a:chExt cx="461708" cy="1035004"/>
          </a:xfrm>
        </p:grpSpPr>
        <p:sp>
          <p:nvSpPr>
            <p:cNvPr name="Freeform 24" id="24"/>
            <p:cNvSpPr/>
            <p:nvPr/>
          </p:nvSpPr>
          <p:spPr>
            <a:xfrm flipH="false" flipV="false" rot="0">
              <a:off x="0" y="0"/>
              <a:ext cx="461708" cy="1035004"/>
            </a:xfrm>
            <a:custGeom>
              <a:avLst/>
              <a:gdLst/>
              <a:ahLst/>
              <a:cxnLst/>
              <a:rect r="r" b="b" t="t" l="l"/>
              <a:pathLst>
                <a:path h="1035004" w="461708">
                  <a:moveTo>
                    <a:pt x="81835" y="0"/>
                  </a:moveTo>
                  <a:lnTo>
                    <a:pt x="379873" y="0"/>
                  </a:lnTo>
                  <a:cubicBezTo>
                    <a:pt x="425069" y="0"/>
                    <a:pt x="461708" y="36639"/>
                    <a:pt x="461708" y="81835"/>
                  </a:cubicBezTo>
                  <a:lnTo>
                    <a:pt x="461708" y="953169"/>
                  </a:lnTo>
                  <a:cubicBezTo>
                    <a:pt x="461708" y="974873"/>
                    <a:pt x="453086" y="995688"/>
                    <a:pt x="437739" y="1011035"/>
                  </a:cubicBezTo>
                  <a:cubicBezTo>
                    <a:pt x="422392" y="1026383"/>
                    <a:pt x="401577" y="1035004"/>
                    <a:pt x="379873" y="1035004"/>
                  </a:cubicBezTo>
                  <a:lnTo>
                    <a:pt x="81835" y="1035004"/>
                  </a:lnTo>
                  <a:cubicBezTo>
                    <a:pt x="36639" y="1035004"/>
                    <a:pt x="0" y="998366"/>
                    <a:pt x="0" y="953169"/>
                  </a:cubicBezTo>
                  <a:lnTo>
                    <a:pt x="0" y="81835"/>
                  </a:lnTo>
                  <a:cubicBezTo>
                    <a:pt x="0" y="36639"/>
                    <a:pt x="36639" y="0"/>
                    <a:pt x="81835" y="0"/>
                  </a:cubicBezTo>
                  <a:close/>
                </a:path>
              </a:pathLst>
            </a:custGeom>
            <a:blipFill>
              <a:blip r:embed="rId8"/>
              <a:stretch>
                <a:fillRect l="-1365" t="0" r="-1366" b="0"/>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bg>
      <p:bgPr>
        <a:solidFill>
          <a:srgbClr val="320000"/>
        </a:solidFill>
      </p:bgPr>
    </p:bg>
    <p:spTree>
      <p:nvGrpSpPr>
        <p:cNvPr id="1" name=""/>
        <p:cNvGrpSpPr/>
        <p:nvPr/>
      </p:nvGrpSpPr>
      <p:grpSpPr>
        <a:xfrm>
          <a:off x="0" y="0"/>
          <a:ext cx="0" cy="0"/>
          <a:chOff x="0" y="0"/>
          <a:chExt cx="0" cy="0"/>
        </a:xfrm>
      </p:grpSpPr>
      <p:grpSp>
        <p:nvGrpSpPr>
          <p:cNvPr name="Group 2" id="2"/>
          <p:cNvGrpSpPr/>
          <p:nvPr/>
        </p:nvGrpSpPr>
        <p:grpSpPr>
          <a:xfrm rot="0">
            <a:off x="5533525" y="-415743"/>
            <a:ext cx="16240125" cy="11118486"/>
            <a:chOff x="0" y="0"/>
            <a:chExt cx="21653500" cy="14824648"/>
          </a:xfrm>
        </p:grpSpPr>
        <p:sp>
          <p:nvSpPr>
            <p:cNvPr name="AutoShape 3" id="3"/>
            <p:cNvSpPr/>
            <p:nvPr/>
          </p:nvSpPr>
          <p:spPr>
            <a:xfrm>
              <a:off x="63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4" id="4"/>
            <p:cNvSpPr/>
            <p:nvPr/>
          </p:nvSpPr>
          <p:spPr>
            <a:xfrm>
              <a:off x="72199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5" id="5"/>
            <p:cNvSpPr/>
            <p:nvPr/>
          </p:nvSpPr>
          <p:spPr>
            <a:xfrm>
              <a:off x="144335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6" id="6"/>
            <p:cNvSpPr/>
            <p:nvPr/>
          </p:nvSpPr>
          <p:spPr>
            <a:xfrm>
              <a:off x="216471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grpSp>
      <p:sp>
        <p:nvSpPr>
          <p:cNvPr name="Freeform 7" id="7"/>
          <p:cNvSpPr/>
          <p:nvPr/>
        </p:nvSpPr>
        <p:spPr>
          <a:xfrm flipH="false" flipV="false" rot="0">
            <a:off x="-1069008" y="-1373680"/>
            <a:ext cx="7209415" cy="7209415"/>
          </a:xfrm>
          <a:custGeom>
            <a:avLst/>
            <a:gdLst/>
            <a:ahLst/>
            <a:cxnLst/>
            <a:rect r="r" b="b" t="t" l="l"/>
            <a:pathLst>
              <a:path h="7209415" w="7209415">
                <a:moveTo>
                  <a:pt x="0" y="0"/>
                </a:moveTo>
                <a:lnTo>
                  <a:pt x="7209414" y="0"/>
                </a:lnTo>
                <a:lnTo>
                  <a:pt x="7209414" y="7209415"/>
                </a:lnTo>
                <a:lnTo>
                  <a:pt x="0" y="7209415"/>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6305222" y="146101"/>
            <a:ext cx="1251032" cy="1251032"/>
          </a:xfrm>
          <a:custGeom>
            <a:avLst/>
            <a:gdLst/>
            <a:ahLst/>
            <a:cxnLst/>
            <a:rect r="r" b="b" t="t" l="l"/>
            <a:pathLst>
              <a:path h="1251032" w="1251032">
                <a:moveTo>
                  <a:pt x="0" y="0"/>
                </a:moveTo>
                <a:lnTo>
                  <a:pt x="1251032" y="0"/>
                </a:lnTo>
                <a:lnTo>
                  <a:pt x="1251032" y="1251031"/>
                </a:lnTo>
                <a:lnTo>
                  <a:pt x="0" y="125103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4584154" y="9085272"/>
            <a:ext cx="2758837" cy="568275"/>
          </a:xfrm>
          <a:custGeom>
            <a:avLst/>
            <a:gdLst/>
            <a:ahLst/>
            <a:cxnLst/>
            <a:rect r="r" b="b" t="t" l="l"/>
            <a:pathLst>
              <a:path h="568275" w="2758837">
                <a:moveTo>
                  <a:pt x="0" y="0"/>
                </a:moveTo>
                <a:lnTo>
                  <a:pt x="2758837" y="0"/>
                </a:lnTo>
                <a:lnTo>
                  <a:pt x="2758837" y="568274"/>
                </a:lnTo>
                <a:lnTo>
                  <a:pt x="0" y="568274"/>
                </a:lnTo>
                <a:lnTo>
                  <a:pt x="0" y="0"/>
                </a:lnTo>
                <a:close/>
              </a:path>
            </a:pathLst>
          </a:custGeom>
          <a:blipFill>
            <a:blip r:embed="rId4"/>
            <a:stretch>
              <a:fillRect l="0" t="-20329" r="0" b="-7659"/>
            </a:stretch>
          </a:blipFill>
        </p:spPr>
      </p:sp>
      <p:sp>
        <p:nvSpPr>
          <p:cNvPr name="Freeform 10" id="10"/>
          <p:cNvSpPr/>
          <p:nvPr/>
        </p:nvSpPr>
        <p:spPr>
          <a:xfrm flipH="false" flipV="false" rot="0">
            <a:off x="1249629" y="9085272"/>
            <a:ext cx="2758837" cy="568275"/>
          </a:xfrm>
          <a:custGeom>
            <a:avLst/>
            <a:gdLst/>
            <a:ahLst/>
            <a:cxnLst/>
            <a:rect r="r" b="b" t="t" l="l"/>
            <a:pathLst>
              <a:path h="568275" w="2758837">
                <a:moveTo>
                  <a:pt x="0" y="0"/>
                </a:moveTo>
                <a:lnTo>
                  <a:pt x="2758838" y="0"/>
                </a:lnTo>
                <a:lnTo>
                  <a:pt x="2758838" y="568274"/>
                </a:lnTo>
                <a:lnTo>
                  <a:pt x="0" y="568274"/>
                </a:lnTo>
                <a:lnTo>
                  <a:pt x="0" y="0"/>
                </a:lnTo>
                <a:close/>
              </a:path>
            </a:pathLst>
          </a:custGeom>
          <a:blipFill>
            <a:blip r:embed="rId4"/>
            <a:stretch>
              <a:fillRect l="0" t="-20329" r="0" b="-7659"/>
            </a:stretch>
          </a:blipFill>
        </p:spPr>
      </p:sp>
      <p:sp>
        <p:nvSpPr>
          <p:cNvPr name="Freeform 11" id="11"/>
          <p:cNvSpPr/>
          <p:nvPr/>
        </p:nvSpPr>
        <p:spPr>
          <a:xfrm flipH="false" flipV="false" rot="0">
            <a:off x="7952113" y="9085272"/>
            <a:ext cx="2775554" cy="571718"/>
          </a:xfrm>
          <a:custGeom>
            <a:avLst/>
            <a:gdLst/>
            <a:ahLst/>
            <a:cxnLst/>
            <a:rect r="r" b="b" t="t" l="l"/>
            <a:pathLst>
              <a:path h="571718" w="2775554">
                <a:moveTo>
                  <a:pt x="0" y="0"/>
                </a:moveTo>
                <a:lnTo>
                  <a:pt x="2775554" y="0"/>
                </a:lnTo>
                <a:lnTo>
                  <a:pt x="2775554" y="571718"/>
                </a:lnTo>
                <a:lnTo>
                  <a:pt x="0" y="571718"/>
                </a:lnTo>
                <a:lnTo>
                  <a:pt x="0" y="0"/>
                </a:lnTo>
                <a:close/>
              </a:path>
            </a:pathLst>
          </a:custGeom>
          <a:blipFill>
            <a:blip r:embed="rId4"/>
            <a:stretch>
              <a:fillRect l="0" t="-20329" r="0" b="-7659"/>
            </a:stretch>
          </a:blipFill>
        </p:spPr>
      </p:sp>
      <p:grpSp>
        <p:nvGrpSpPr>
          <p:cNvPr name="Group 12" id="12"/>
          <p:cNvGrpSpPr/>
          <p:nvPr/>
        </p:nvGrpSpPr>
        <p:grpSpPr>
          <a:xfrm rot="0">
            <a:off x="5322357" y="2263327"/>
            <a:ext cx="3311131" cy="7422519"/>
            <a:chOff x="0" y="0"/>
            <a:chExt cx="461708" cy="1035004"/>
          </a:xfrm>
        </p:grpSpPr>
        <p:sp>
          <p:nvSpPr>
            <p:cNvPr name="Freeform 13" id="13"/>
            <p:cNvSpPr/>
            <p:nvPr/>
          </p:nvSpPr>
          <p:spPr>
            <a:xfrm flipH="false" flipV="false" rot="0">
              <a:off x="0" y="0"/>
              <a:ext cx="461708" cy="1035004"/>
            </a:xfrm>
            <a:custGeom>
              <a:avLst/>
              <a:gdLst/>
              <a:ahLst/>
              <a:cxnLst/>
              <a:rect r="r" b="b" t="t" l="l"/>
              <a:pathLst>
                <a:path h="1035004" w="461708">
                  <a:moveTo>
                    <a:pt x="81835" y="0"/>
                  </a:moveTo>
                  <a:lnTo>
                    <a:pt x="379873" y="0"/>
                  </a:lnTo>
                  <a:cubicBezTo>
                    <a:pt x="425069" y="0"/>
                    <a:pt x="461708" y="36639"/>
                    <a:pt x="461708" y="81835"/>
                  </a:cubicBezTo>
                  <a:lnTo>
                    <a:pt x="461708" y="953169"/>
                  </a:lnTo>
                  <a:cubicBezTo>
                    <a:pt x="461708" y="974873"/>
                    <a:pt x="453086" y="995688"/>
                    <a:pt x="437739" y="1011035"/>
                  </a:cubicBezTo>
                  <a:cubicBezTo>
                    <a:pt x="422392" y="1026383"/>
                    <a:pt x="401577" y="1035004"/>
                    <a:pt x="379873" y="1035004"/>
                  </a:cubicBezTo>
                  <a:lnTo>
                    <a:pt x="81835" y="1035004"/>
                  </a:lnTo>
                  <a:cubicBezTo>
                    <a:pt x="36639" y="1035004"/>
                    <a:pt x="0" y="998366"/>
                    <a:pt x="0" y="953169"/>
                  </a:cubicBezTo>
                  <a:lnTo>
                    <a:pt x="0" y="81835"/>
                  </a:lnTo>
                  <a:cubicBezTo>
                    <a:pt x="0" y="36639"/>
                    <a:pt x="36639" y="0"/>
                    <a:pt x="81835" y="0"/>
                  </a:cubicBezTo>
                  <a:close/>
                </a:path>
              </a:pathLst>
            </a:custGeom>
            <a:blipFill>
              <a:blip r:embed="rId5"/>
              <a:stretch>
                <a:fillRect l="0" t="-471" r="0" b="-471"/>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4" id="14"/>
          <p:cNvGrpSpPr/>
          <p:nvPr/>
        </p:nvGrpSpPr>
        <p:grpSpPr>
          <a:xfrm rot="0">
            <a:off x="9622511" y="2263327"/>
            <a:ext cx="3312667" cy="7425963"/>
            <a:chOff x="0" y="0"/>
            <a:chExt cx="461708" cy="1035004"/>
          </a:xfrm>
        </p:grpSpPr>
        <p:sp>
          <p:nvSpPr>
            <p:cNvPr name="Freeform 15" id="15"/>
            <p:cNvSpPr/>
            <p:nvPr/>
          </p:nvSpPr>
          <p:spPr>
            <a:xfrm flipH="false" flipV="false" rot="0">
              <a:off x="0" y="0"/>
              <a:ext cx="461708" cy="1035004"/>
            </a:xfrm>
            <a:custGeom>
              <a:avLst/>
              <a:gdLst/>
              <a:ahLst/>
              <a:cxnLst/>
              <a:rect r="r" b="b" t="t" l="l"/>
              <a:pathLst>
                <a:path h="1035004" w="461708">
                  <a:moveTo>
                    <a:pt x="81797" y="0"/>
                  </a:moveTo>
                  <a:lnTo>
                    <a:pt x="379910" y="0"/>
                  </a:lnTo>
                  <a:cubicBezTo>
                    <a:pt x="401604" y="0"/>
                    <a:pt x="422410" y="8618"/>
                    <a:pt x="437750" y="23958"/>
                  </a:cubicBezTo>
                  <a:cubicBezTo>
                    <a:pt x="453090" y="39298"/>
                    <a:pt x="461708" y="60103"/>
                    <a:pt x="461708" y="81797"/>
                  </a:cubicBezTo>
                  <a:lnTo>
                    <a:pt x="461708" y="953207"/>
                  </a:lnTo>
                  <a:cubicBezTo>
                    <a:pt x="461708" y="974901"/>
                    <a:pt x="453090" y="995707"/>
                    <a:pt x="437750" y="1011047"/>
                  </a:cubicBezTo>
                  <a:cubicBezTo>
                    <a:pt x="422410" y="1026386"/>
                    <a:pt x="401604" y="1035004"/>
                    <a:pt x="379910" y="1035004"/>
                  </a:cubicBezTo>
                  <a:lnTo>
                    <a:pt x="81797" y="1035004"/>
                  </a:lnTo>
                  <a:cubicBezTo>
                    <a:pt x="60103" y="1035004"/>
                    <a:pt x="39298" y="1026386"/>
                    <a:pt x="23958" y="1011047"/>
                  </a:cubicBezTo>
                  <a:cubicBezTo>
                    <a:pt x="8618" y="995707"/>
                    <a:pt x="0" y="974901"/>
                    <a:pt x="0" y="953207"/>
                  </a:cubicBezTo>
                  <a:lnTo>
                    <a:pt x="0" y="81797"/>
                  </a:lnTo>
                  <a:cubicBezTo>
                    <a:pt x="0" y="60103"/>
                    <a:pt x="8618" y="39298"/>
                    <a:pt x="23958" y="23958"/>
                  </a:cubicBezTo>
                  <a:cubicBezTo>
                    <a:pt x="39298" y="8618"/>
                    <a:pt x="60103" y="0"/>
                    <a:pt x="81797" y="0"/>
                  </a:cubicBezTo>
                  <a:close/>
                </a:path>
              </a:pathLst>
            </a:custGeom>
            <a:blipFill>
              <a:blip r:embed="rId6"/>
              <a:stretch>
                <a:fillRect l="-1001" t="0" r="-1001" b="0"/>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6" id="16"/>
          <p:cNvGrpSpPr/>
          <p:nvPr/>
        </p:nvGrpSpPr>
        <p:grpSpPr>
          <a:xfrm rot="0">
            <a:off x="14031440" y="2263327"/>
            <a:ext cx="3312667" cy="7425963"/>
            <a:chOff x="0" y="0"/>
            <a:chExt cx="461708" cy="1035004"/>
          </a:xfrm>
        </p:grpSpPr>
        <p:sp>
          <p:nvSpPr>
            <p:cNvPr name="Freeform 17" id="17"/>
            <p:cNvSpPr/>
            <p:nvPr/>
          </p:nvSpPr>
          <p:spPr>
            <a:xfrm flipH="false" flipV="false" rot="0">
              <a:off x="0" y="0"/>
              <a:ext cx="461708" cy="1035004"/>
            </a:xfrm>
            <a:custGeom>
              <a:avLst/>
              <a:gdLst/>
              <a:ahLst/>
              <a:cxnLst/>
              <a:rect r="r" b="b" t="t" l="l"/>
              <a:pathLst>
                <a:path h="1035004" w="461708">
                  <a:moveTo>
                    <a:pt x="81797" y="0"/>
                  </a:moveTo>
                  <a:lnTo>
                    <a:pt x="379910" y="0"/>
                  </a:lnTo>
                  <a:cubicBezTo>
                    <a:pt x="401604" y="0"/>
                    <a:pt x="422410" y="8618"/>
                    <a:pt x="437750" y="23958"/>
                  </a:cubicBezTo>
                  <a:cubicBezTo>
                    <a:pt x="453090" y="39298"/>
                    <a:pt x="461708" y="60103"/>
                    <a:pt x="461708" y="81797"/>
                  </a:cubicBezTo>
                  <a:lnTo>
                    <a:pt x="461708" y="953207"/>
                  </a:lnTo>
                  <a:cubicBezTo>
                    <a:pt x="461708" y="974901"/>
                    <a:pt x="453090" y="995707"/>
                    <a:pt x="437750" y="1011047"/>
                  </a:cubicBezTo>
                  <a:cubicBezTo>
                    <a:pt x="422410" y="1026386"/>
                    <a:pt x="401604" y="1035004"/>
                    <a:pt x="379910" y="1035004"/>
                  </a:cubicBezTo>
                  <a:lnTo>
                    <a:pt x="81797" y="1035004"/>
                  </a:lnTo>
                  <a:cubicBezTo>
                    <a:pt x="60103" y="1035004"/>
                    <a:pt x="39298" y="1026386"/>
                    <a:pt x="23958" y="1011047"/>
                  </a:cubicBezTo>
                  <a:cubicBezTo>
                    <a:pt x="8618" y="995707"/>
                    <a:pt x="0" y="974901"/>
                    <a:pt x="0" y="953207"/>
                  </a:cubicBezTo>
                  <a:lnTo>
                    <a:pt x="0" y="81797"/>
                  </a:lnTo>
                  <a:cubicBezTo>
                    <a:pt x="0" y="60103"/>
                    <a:pt x="8618" y="39298"/>
                    <a:pt x="23958" y="23958"/>
                  </a:cubicBezTo>
                  <a:cubicBezTo>
                    <a:pt x="39298" y="8618"/>
                    <a:pt x="60103" y="0"/>
                    <a:pt x="81797" y="0"/>
                  </a:cubicBezTo>
                  <a:close/>
                </a:path>
              </a:pathLst>
            </a:custGeom>
            <a:blipFill>
              <a:blip r:embed="rId7"/>
              <a:stretch>
                <a:fillRect l="-2033" t="0" r="-2033" b="0"/>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8" id="18"/>
          <p:cNvGrpSpPr/>
          <p:nvPr/>
        </p:nvGrpSpPr>
        <p:grpSpPr>
          <a:xfrm rot="0">
            <a:off x="973483" y="2266771"/>
            <a:ext cx="3311131" cy="7422519"/>
            <a:chOff x="0" y="0"/>
            <a:chExt cx="461708" cy="1035004"/>
          </a:xfrm>
        </p:grpSpPr>
        <p:sp>
          <p:nvSpPr>
            <p:cNvPr name="Freeform 19" id="19"/>
            <p:cNvSpPr/>
            <p:nvPr/>
          </p:nvSpPr>
          <p:spPr>
            <a:xfrm flipH="false" flipV="false" rot="0">
              <a:off x="0" y="0"/>
              <a:ext cx="461708" cy="1035004"/>
            </a:xfrm>
            <a:custGeom>
              <a:avLst/>
              <a:gdLst/>
              <a:ahLst/>
              <a:cxnLst/>
              <a:rect r="r" b="b" t="t" l="l"/>
              <a:pathLst>
                <a:path h="1035004" w="461708">
                  <a:moveTo>
                    <a:pt x="81835" y="0"/>
                  </a:moveTo>
                  <a:lnTo>
                    <a:pt x="379873" y="0"/>
                  </a:lnTo>
                  <a:cubicBezTo>
                    <a:pt x="425069" y="0"/>
                    <a:pt x="461708" y="36639"/>
                    <a:pt x="461708" y="81835"/>
                  </a:cubicBezTo>
                  <a:lnTo>
                    <a:pt x="461708" y="953169"/>
                  </a:lnTo>
                  <a:cubicBezTo>
                    <a:pt x="461708" y="974873"/>
                    <a:pt x="453086" y="995688"/>
                    <a:pt x="437739" y="1011035"/>
                  </a:cubicBezTo>
                  <a:cubicBezTo>
                    <a:pt x="422392" y="1026383"/>
                    <a:pt x="401577" y="1035004"/>
                    <a:pt x="379873" y="1035004"/>
                  </a:cubicBezTo>
                  <a:lnTo>
                    <a:pt x="81835" y="1035004"/>
                  </a:lnTo>
                  <a:cubicBezTo>
                    <a:pt x="36639" y="1035004"/>
                    <a:pt x="0" y="998366"/>
                    <a:pt x="0" y="953169"/>
                  </a:cubicBezTo>
                  <a:lnTo>
                    <a:pt x="0" y="81835"/>
                  </a:lnTo>
                  <a:cubicBezTo>
                    <a:pt x="0" y="36639"/>
                    <a:pt x="36639" y="0"/>
                    <a:pt x="81835" y="0"/>
                  </a:cubicBezTo>
                  <a:close/>
                </a:path>
              </a:pathLst>
            </a:custGeom>
            <a:blipFill>
              <a:blip r:embed="rId8"/>
              <a:stretch>
                <a:fillRect l="-1627" t="0" r="-1627" b="0"/>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sp>
        <p:nvSpPr>
          <p:cNvPr name="TextBox 20" id="20"/>
          <p:cNvSpPr txBox="true"/>
          <p:nvPr/>
        </p:nvSpPr>
        <p:spPr>
          <a:xfrm rot="0">
            <a:off x="1477457" y="1599385"/>
            <a:ext cx="2116485"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CRUD Admin</a:t>
            </a:r>
          </a:p>
        </p:txBody>
      </p:sp>
      <p:sp>
        <p:nvSpPr>
          <p:cNvPr name="TextBox 21" id="21"/>
          <p:cNvSpPr txBox="true"/>
          <p:nvPr/>
        </p:nvSpPr>
        <p:spPr>
          <a:xfrm rot="0">
            <a:off x="14739590" y="1599385"/>
            <a:ext cx="1896368"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Hapus Data</a:t>
            </a:r>
          </a:p>
        </p:txBody>
      </p:sp>
      <p:sp>
        <p:nvSpPr>
          <p:cNvPr name="TextBox 22" id="22"/>
          <p:cNvSpPr txBox="true"/>
          <p:nvPr/>
        </p:nvSpPr>
        <p:spPr>
          <a:xfrm rot="0">
            <a:off x="10545196" y="1599385"/>
            <a:ext cx="1467296"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Edit Data</a:t>
            </a:r>
          </a:p>
        </p:txBody>
      </p:sp>
      <p:sp>
        <p:nvSpPr>
          <p:cNvPr name="TextBox 23" id="23"/>
          <p:cNvSpPr txBox="true"/>
          <p:nvPr/>
        </p:nvSpPr>
        <p:spPr>
          <a:xfrm rot="0">
            <a:off x="5904425" y="1599385"/>
            <a:ext cx="2146995"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Tambah data</a:t>
            </a:r>
          </a:p>
        </p:txBody>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bg>
      <p:bgPr>
        <a:solidFill>
          <a:srgbClr val="320000"/>
        </a:solidFill>
      </p:bgPr>
    </p:bg>
    <p:spTree>
      <p:nvGrpSpPr>
        <p:cNvPr id="1" name=""/>
        <p:cNvGrpSpPr/>
        <p:nvPr/>
      </p:nvGrpSpPr>
      <p:grpSpPr>
        <a:xfrm>
          <a:off x="0" y="0"/>
          <a:ext cx="0" cy="0"/>
          <a:chOff x="0" y="0"/>
          <a:chExt cx="0" cy="0"/>
        </a:xfrm>
      </p:grpSpPr>
      <p:grpSp>
        <p:nvGrpSpPr>
          <p:cNvPr name="Group 2" id="2"/>
          <p:cNvGrpSpPr/>
          <p:nvPr/>
        </p:nvGrpSpPr>
        <p:grpSpPr>
          <a:xfrm rot="0">
            <a:off x="5507815" y="-415743"/>
            <a:ext cx="16240125" cy="11118486"/>
            <a:chOff x="0" y="0"/>
            <a:chExt cx="21653500" cy="14824648"/>
          </a:xfrm>
        </p:grpSpPr>
        <p:sp>
          <p:nvSpPr>
            <p:cNvPr name="AutoShape 3" id="3"/>
            <p:cNvSpPr/>
            <p:nvPr/>
          </p:nvSpPr>
          <p:spPr>
            <a:xfrm>
              <a:off x="63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4" id="4"/>
            <p:cNvSpPr/>
            <p:nvPr/>
          </p:nvSpPr>
          <p:spPr>
            <a:xfrm>
              <a:off x="72199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5" id="5"/>
            <p:cNvSpPr/>
            <p:nvPr/>
          </p:nvSpPr>
          <p:spPr>
            <a:xfrm>
              <a:off x="144335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6" id="6"/>
            <p:cNvSpPr/>
            <p:nvPr/>
          </p:nvSpPr>
          <p:spPr>
            <a:xfrm>
              <a:off x="216471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grpSp>
      <p:sp>
        <p:nvSpPr>
          <p:cNvPr name="Freeform 7" id="7"/>
          <p:cNvSpPr/>
          <p:nvPr/>
        </p:nvSpPr>
        <p:spPr>
          <a:xfrm flipH="false" flipV="false" rot="0">
            <a:off x="-1069008" y="-1373680"/>
            <a:ext cx="7209415" cy="7209415"/>
          </a:xfrm>
          <a:custGeom>
            <a:avLst/>
            <a:gdLst/>
            <a:ahLst/>
            <a:cxnLst/>
            <a:rect r="r" b="b" t="t" l="l"/>
            <a:pathLst>
              <a:path h="7209415" w="7209415">
                <a:moveTo>
                  <a:pt x="0" y="0"/>
                </a:moveTo>
                <a:lnTo>
                  <a:pt x="7209414" y="0"/>
                </a:lnTo>
                <a:lnTo>
                  <a:pt x="7209414" y="7209415"/>
                </a:lnTo>
                <a:lnTo>
                  <a:pt x="0" y="7209415"/>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6305222" y="146101"/>
            <a:ext cx="1251032" cy="1251032"/>
          </a:xfrm>
          <a:custGeom>
            <a:avLst/>
            <a:gdLst/>
            <a:ahLst/>
            <a:cxnLst/>
            <a:rect r="r" b="b" t="t" l="l"/>
            <a:pathLst>
              <a:path h="1251032" w="1251032">
                <a:moveTo>
                  <a:pt x="0" y="0"/>
                </a:moveTo>
                <a:lnTo>
                  <a:pt x="1251032" y="0"/>
                </a:lnTo>
                <a:lnTo>
                  <a:pt x="1251032" y="1251031"/>
                </a:lnTo>
                <a:lnTo>
                  <a:pt x="0" y="125103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4584154" y="9085272"/>
            <a:ext cx="2758837" cy="568275"/>
          </a:xfrm>
          <a:custGeom>
            <a:avLst/>
            <a:gdLst/>
            <a:ahLst/>
            <a:cxnLst/>
            <a:rect r="r" b="b" t="t" l="l"/>
            <a:pathLst>
              <a:path h="568275" w="2758837">
                <a:moveTo>
                  <a:pt x="0" y="0"/>
                </a:moveTo>
                <a:lnTo>
                  <a:pt x="2758837" y="0"/>
                </a:lnTo>
                <a:lnTo>
                  <a:pt x="2758837" y="568274"/>
                </a:lnTo>
                <a:lnTo>
                  <a:pt x="0" y="568274"/>
                </a:lnTo>
                <a:lnTo>
                  <a:pt x="0" y="0"/>
                </a:lnTo>
                <a:close/>
              </a:path>
            </a:pathLst>
          </a:custGeom>
          <a:blipFill>
            <a:blip r:embed="rId4"/>
            <a:stretch>
              <a:fillRect l="0" t="-20329" r="0" b="-7659"/>
            </a:stretch>
          </a:blipFill>
        </p:spPr>
      </p:sp>
      <p:sp>
        <p:nvSpPr>
          <p:cNvPr name="Freeform 10" id="10"/>
          <p:cNvSpPr/>
          <p:nvPr/>
        </p:nvSpPr>
        <p:spPr>
          <a:xfrm flipH="false" flipV="false" rot="0">
            <a:off x="1249629" y="9085272"/>
            <a:ext cx="2758837" cy="568275"/>
          </a:xfrm>
          <a:custGeom>
            <a:avLst/>
            <a:gdLst/>
            <a:ahLst/>
            <a:cxnLst/>
            <a:rect r="r" b="b" t="t" l="l"/>
            <a:pathLst>
              <a:path h="568275" w="2758837">
                <a:moveTo>
                  <a:pt x="0" y="0"/>
                </a:moveTo>
                <a:lnTo>
                  <a:pt x="2758838" y="0"/>
                </a:lnTo>
                <a:lnTo>
                  <a:pt x="2758838" y="568274"/>
                </a:lnTo>
                <a:lnTo>
                  <a:pt x="0" y="568274"/>
                </a:lnTo>
                <a:lnTo>
                  <a:pt x="0" y="0"/>
                </a:lnTo>
                <a:close/>
              </a:path>
            </a:pathLst>
          </a:custGeom>
          <a:blipFill>
            <a:blip r:embed="rId4"/>
            <a:stretch>
              <a:fillRect l="0" t="-20329" r="0" b="-7659"/>
            </a:stretch>
          </a:blipFill>
        </p:spPr>
      </p:sp>
      <p:sp>
        <p:nvSpPr>
          <p:cNvPr name="Freeform 11" id="11"/>
          <p:cNvSpPr/>
          <p:nvPr/>
        </p:nvSpPr>
        <p:spPr>
          <a:xfrm flipH="false" flipV="false" rot="0">
            <a:off x="7952113" y="9085272"/>
            <a:ext cx="2775554" cy="571718"/>
          </a:xfrm>
          <a:custGeom>
            <a:avLst/>
            <a:gdLst/>
            <a:ahLst/>
            <a:cxnLst/>
            <a:rect r="r" b="b" t="t" l="l"/>
            <a:pathLst>
              <a:path h="571718" w="2775554">
                <a:moveTo>
                  <a:pt x="0" y="0"/>
                </a:moveTo>
                <a:lnTo>
                  <a:pt x="2775554" y="0"/>
                </a:lnTo>
                <a:lnTo>
                  <a:pt x="2775554" y="571718"/>
                </a:lnTo>
                <a:lnTo>
                  <a:pt x="0" y="571718"/>
                </a:lnTo>
                <a:lnTo>
                  <a:pt x="0" y="0"/>
                </a:lnTo>
                <a:close/>
              </a:path>
            </a:pathLst>
          </a:custGeom>
          <a:blipFill>
            <a:blip r:embed="rId4"/>
            <a:stretch>
              <a:fillRect l="0" t="-20329" r="0" b="-7659"/>
            </a:stretch>
          </a:blipFill>
        </p:spPr>
      </p:sp>
      <p:grpSp>
        <p:nvGrpSpPr>
          <p:cNvPr name="Group 12" id="12"/>
          <p:cNvGrpSpPr/>
          <p:nvPr/>
        </p:nvGrpSpPr>
        <p:grpSpPr>
          <a:xfrm rot="0">
            <a:off x="5296647" y="2263327"/>
            <a:ext cx="3311131" cy="7422519"/>
            <a:chOff x="0" y="0"/>
            <a:chExt cx="461708" cy="1035004"/>
          </a:xfrm>
        </p:grpSpPr>
        <p:sp>
          <p:nvSpPr>
            <p:cNvPr name="Freeform 13" id="13"/>
            <p:cNvSpPr/>
            <p:nvPr/>
          </p:nvSpPr>
          <p:spPr>
            <a:xfrm flipH="false" flipV="false" rot="0">
              <a:off x="0" y="0"/>
              <a:ext cx="461708" cy="1035004"/>
            </a:xfrm>
            <a:custGeom>
              <a:avLst/>
              <a:gdLst/>
              <a:ahLst/>
              <a:cxnLst/>
              <a:rect r="r" b="b" t="t" l="l"/>
              <a:pathLst>
                <a:path h="1035004" w="461708">
                  <a:moveTo>
                    <a:pt x="81835" y="0"/>
                  </a:moveTo>
                  <a:lnTo>
                    <a:pt x="379873" y="0"/>
                  </a:lnTo>
                  <a:cubicBezTo>
                    <a:pt x="425069" y="0"/>
                    <a:pt x="461708" y="36639"/>
                    <a:pt x="461708" y="81835"/>
                  </a:cubicBezTo>
                  <a:lnTo>
                    <a:pt x="461708" y="953169"/>
                  </a:lnTo>
                  <a:cubicBezTo>
                    <a:pt x="461708" y="974873"/>
                    <a:pt x="453086" y="995688"/>
                    <a:pt x="437739" y="1011035"/>
                  </a:cubicBezTo>
                  <a:cubicBezTo>
                    <a:pt x="422392" y="1026383"/>
                    <a:pt x="401577" y="1035004"/>
                    <a:pt x="379873" y="1035004"/>
                  </a:cubicBezTo>
                  <a:lnTo>
                    <a:pt x="81835" y="1035004"/>
                  </a:lnTo>
                  <a:cubicBezTo>
                    <a:pt x="36639" y="1035004"/>
                    <a:pt x="0" y="998366"/>
                    <a:pt x="0" y="953169"/>
                  </a:cubicBezTo>
                  <a:lnTo>
                    <a:pt x="0" y="81835"/>
                  </a:lnTo>
                  <a:cubicBezTo>
                    <a:pt x="0" y="36639"/>
                    <a:pt x="36639" y="0"/>
                    <a:pt x="81835" y="0"/>
                  </a:cubicBezTo>
                  <a:close/>
                </a:path>
              </a:pathLst>
            </a:custGeom>
            <a:blipFill>
              <a:blip r:embed="rId5"/>
              <a:stretch>
                <a:fillRect l="0" t="-3890" r="0" b="-3890"/>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4" id="14"/>
          <p:cNvGrpSpPr/>
          <p:nvPr/>
        </p:nvGrpSpPr>
        <p:grpSpPr>
          <a:xfrm rot="0">
            <a:off x="9596801" y="2263327"/>
            <a:ext cx="3312667" cy="7425963"/>
            <a:chOff x="0" y="0"/>
            <a:chExt cx="461708" cy="1035004"/>
          </a:xfrm>
        </p:grpSpPr>
        <p:sp>
          <p:nvSpPr>
            <p:cNvPr name="Freeform 15" id="15"/>
            <p:cNvSpPr/>
            <p:nvPr/>
          </p:nvSpPr>
          <p:spPr>
            <a:xfrm flipH="false" flipV="false" rot="0">
              <a:off x="0" y="0"/>
              <a:ext cx="461708" cy="1035004"/>
            </a:xfrm>
            <a:custGeom>
              <a:avLst/>
              <a:gdLst/>
              <a:ahLst/>
              <a:cxnLst/>
              <a:rect r="r" b="b" t="t" l="l"/>
              <a:pathLst>
                <a:path h="1035004" w="461708">
                  <a:moveTo>
                    <a:pt x="81797" y="0"/>
                  </a:moveTo>
                  <a:lnTo>
                    <a:pt x="379910" y="0"/>
                  </a:lnTo>
                  <a:cubicBezTo>
                    <a:pt x="401604" y="0"/>
                    <a:pt x="422410" y="8618"/>
                    <a:pt x="437750" y="23958"/>
                  </a:cubicBezTo>
                  <a:cubicBezTo>
                    <a:pt x="453090" y="39298"/>
                    <a:pt x="461708" y="60103"/>
                    <a:pt x="461708" y="81797"/>
                  </a:cubicBezTo>
                  <a:lnTo>
                    <a:pt x="461708" y="953207"/>
                  </a:lnTo>
                  <a:cubicBezTo>
                    <a:pt x="461708" y="974901"/>
                    <a:pt x="453090" y="995707"/>
                    <a:pt x="437750" y="1011047"/>
                  </a:cubicBezTo>
                  <a:cubicBezTo>
                    <a:pt x="422410" y="1026386"/>
                    <a:pt x="401604" y="1035004"/>
                    <a:pt x="379910" y="1035004"/>
                  </a:cubicBezTo>
                  <a:lnTo>
                    <a:pt x="81797" y="1035004"/>
                  </a:lnTo>
                  <a:cubicBezTo>
                    <a:pt x="60103" y="1035004"/>
                    <a:pt x="39298" y="1026386"/>
                    <a:pt x="23958" y="1011047"/>
                  </a:cubicBezTo>
                  <a:cubicBezTo>
                    <a:pt x="8618" y="995707"/>
                    <a:pt x="0" y="974901"/>
                    <a:pt x="0" y="953207"/>
                  </a:cubicBezTo>
                  <a:lnTo>
                    <a:pt x="0" y="81797"/>
                  </a:lnTo>
                  <a:cubicBezTo>
                    <a:pt x="0" y="60103"/>
                    <a:pt x="8618" y="39298"/>
                    <a:pt x="23958" y="23958"/>
                  </a:cubicBezTo>
                  <a:cubicBezTo>
                    <a:pt x="39298" y="8618"/>
                    <a:pt x="60103" y="0"/>
                    <a:pt x="81797" y="0"/>
                  </a:cubicBezTo>
                  <a:close/>
                </a:path>
              </a:pathLst>
            </a:custGeom>
            <a:blipFill>
              <a:blip r:embed="rId6"/>
              <a:stretch>
                <a:fillRect l="0" t="-3160" r="0" b="-3160"/>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6" id="16"/>
          <p:cNvGrpSpPr/>
          <p:nvPr/>
        </p:nvGrpSpPr>
        <p:grpSpPr>
          <a:xfrm rot="0">
            <a:off x="14005731" y="2263327"/>
            <a:ext cx="3312667" cy="7425963"/>
            <a:chOff x="0" y="0"/>
            <a:chExt cx="461708" cy="1035004"/>
          </a:xfrm>
        </p:grpSpPr>
        <p:sp>
          <p:nvSpPr>
            <p:cNvPr name="Freeform 17" id="17"/>
            <p:cNvSpPr/>
            <p:nvPr/>
          </p:nvSpPr>
          <p:spPr>
            <a:xfrm flipH="false" flipV="false" rot="0">
              <a:off x="0" y="0"/>
              <a:ext cx="461708" cy="1035004"/>
            </a:xfrm>
            <a:custGeom>
              <a:avLst/>
              <a:gdLst/>
              <a:ahLst/>
              <a:cxnLst/>
              <a:rect r="r" b="b" t="t" l="l"/>
              <a:pathLst>
                <a:path h="1035004" w="461708">
                  <a:moveTo>
                    <a:pt x="81797" y="0"/>
                  </a:moveTo>
                  <a:lnTo>
                    <a:pt x="379910" y="0"/>
                  </a:lnTo>
                  <a:cubicBezTo>
                    <a:pt x="401604" y="0"/>
                    <a:pt x="422410" y="8618"/>
                    <a:pt x="437750" y="23958"/>
                  </a:cubicBezTo>
                  <a:cubicBezTo>
                    <a:pt x="453090" y="39298"/>
                    <a:pt x="461708" y="60103"/>
                    <a:pt x="461708" y="81797"/>
                  </a:cubicBezTo>
                  <a:lnTo>
                    <a:pt x="461708" y="953207"/>
                  </a:lnTo>
                  <a:cubicBezTo>
                    <a:pt x="461708" y="974901"/>
                    <a:pt x="453090" y="995707"/>
                    <a:pt x="437750" y="1011047"/>
                  </a:cubicBezTo>
                  <a:cubicBezTo>
                    <a:pt x="422410" y="1026386"/>
                    <a:pt x="401604" y="1035004"/>
                    <a:pt x="379910" y="1035004"/>
                  </a:cubicBezTo>
                  <a:lnTo>
                    <a:pt x="81797" y="1035004"/>
                  </a:lnTo>
                  <a:cubicBezTo>
                    <a:pt x="60103" y="1035004"/>
                    <a:pt x="39298" y="1026386"/>
                    <a:pt x="23958" y="1011047"/>
                  </a:cubicBezTo>
                  <a:cubicBezTo>
                    <a:pt x="8618" y="995707"/>
                    <a:pt x="0" y="974901"/>
                    <a:pt x="0" y="953207"/>
                  </a:cubicBezTo>
                  <a:lnTo>
                    <a:pt x="0" y="81797"/>
                  </a:lnTo>
                  <a:cubicBezTo>
                    <a:pt x="0" y="60103"/>
                    <a:pt x="8618" y="39298"/>
                    <a:pt x="23958" y="23958"/>
                  </a:cubicBezTo>
                  <a:cubicBezTo>
                    <a:pt x="39298" y="8618"/>
                    <a:pt x="60103" y="0"/>
                    <a:pt x="81797" y="0"/>
                  </a:cubicBezTo>
                  <a:close/>
                </a:path>
              </a:pathLst>
            </a:custGeom>
            <a:blipFill>
              <a:blip r:embed="rId7"/>
              <a:stretch>
                <a:fillRect l="0" t="-3177" r="0" b="-3177"/>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8" id="18"/>
          <p:cNvGrpSpPr/>
          <p:nvPr/>
        </p:nvGrpSpPr>
        <p:grpSpPr>
          <a:xfrm rot="0">
            <a:off x="880133" y="2266771"/>
            <a:ext cx="3311131" cy="7422519"/>
            <a:chOff x="0" y="0"/>
            <a:chExt cx="461708" cy="1035004"/>
          </a:xfrm>
        </p:grpSpPr>
        <p:sp>
          <p:nvSpPr>
            <p:cNvPr name="Freeform 19" id="19"/>
            <p:cNvSpPr/>
            <p:nvPr/>
          </p:nvSpPr>
          <p:spPr>
            <a:xfrm flipH="false" flipV="false" rot="0">
              <a:off x="0" y="0"/>
              <a:ext cx="461708" cy="1035004"/>
            </a:xfrm>
            <a:custGeom>
              <a:avLst/>
              <a:gdLst/>
              <a:ahLst/>
              <a:cxnLst/>
              <a:rect r="r" b="b" t="t" l="l"/>
              <a:pathLst>
                <a:path h="1035004" w="461708">
                  <a:moveTo>
                    <a:pt x="81835" y="0"/>
                  </a:moveTo>
                  <a:lnTo>
                    <a:pt x="379873" y="0"/>
                  </a:lnTo>
                  <a:cubicBezTo>
                    <a:pt x="425069" y="0"/>
                    <a:pt x="461708" y="36639"/>
                    <a:pt x="461708" y="81835"/>
                  </a:cubicBezTo>
                  <a:lnTo>
                    <a:pt x="461708" y="953169"/>
                  </a:lnTo>
                  <a:cubicBezTo>
                    <a:pt x="461708" y="974873"/>
                    <a:pt x="453086" y="995688"/>
                    <a:pt x="437739" y="1011035"/>
                  </a:cubicBezTo>
                  <a:cubicBezTo>
                    <a:pt x="422392" y="1026383"/>
                    <a:pt x="401577" y="1035004"/>
                    <a:pt x="379873" y="1035004"/>
                  </a:cubicBezTo>
                  <a:lnTo>
                    <a:pt x="81835" y="1035004"/>
                  </a:lnTo>
                  <a:cubicBezTo>
                    <a:pt x="36639" y="1035004"/>
                    <a:pt x="0" y="998366"/>
                    <a:pt x="0" y="953169"/>
                  </a:cubicBezTo>
                  <a:lnTo>
                    <a:pt x="0" y="81835"/>
                  </a:lnTo>
                  <a:cubicBezTo>
                    <a:pt x="0" y="36639"/>
                    <a:pt x="36639" y="0"/>
                    <a:pt x="81835" y="0"/>
                  </a:cubicBezTo>
                  <a:close/>
                </a:path>
              </a:pathLst>
            </a:custGeom>
            <a:blipFill>
              <a:blip r:embed="rId8"/>
              <a:stretch>
                <a:fillRect l="-1264" t="0" r="-1264" b="0"/>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sp>
        <p:nvSpPr>
          <p:cNvPr name="TextBox 20" id="20"/>
          <p:cNvSpPr txBox="true"/>
          <p:nvPr/>
        </p:nvSpPr>
        <p:spPr>
          <a:xfrm rot="0">
            <a:off x="1302583" y="1599385"/>
            <a:ext cx="2466231"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Berhasil Hapus</a:t>
            </a:r>
          </a:p>
        </p:txBody>
      </p:sp>
      <p:sp>
        <p:nvSpPr>
          <p:cNvPr name="TextBox 21" id="21"/>
          <p:cNvSpPr txBox="true"/>
          <p:nvPr/>
        </p:nvSpPr>
        <p:spPr>
          <a:xfrm rot="0">
            <a:off x="14944043" y="1599385"/>
            <a:ext cx="1436043"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Dikemas</a:t>
            </a:r>
          </a:p>
        </p:txBody>
      </p:sp>
      <p:sp>
        <p:nvSpPr>
          <p:cNvPr name="TextBox 22" id="22"/>
          <p:cNvSpPr txBox="true"/>
          <p:nvPr/>
        </p:nvSpPr>
        <p:spPr>
          <a:xfrm rot="0">
            <a:off x="9892548" y="1599385"/>
            <a:ext cx="2721173"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Rincian Pesanan</a:t>
            </a:r>
          </a:p>
        </p:txBody>
      </p:sp>
      <p:sp>
        <p:nvSpPr>
          <p:cNvPr name="TextBox 23" id="23"/>
          <p:cNvSpPr txBox="true"/>
          <p:nvPr/>
        </p:nvSpPr>
        <p:spPr>
          <a:xfrm rot="0">
            <a:off x="5590318" y="1599385"/>
            <a:ext cx="2680841"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Kelolas Pesanan</a:t>
            </a:r>
          </a:p>
        </p:txBody>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bg>
      <p:bgPr>
        <a:solidFill>
          <a:srgbClr val="320000"/>
        </a:solidFill>
      </p:bgPr>
    </p:bg>
    <p:spTree>
      <p:nvGrpSpPr>
        <p:cNvPr id="1" name=""/>
        <p:cNvGrpSpPr/>
        <p:nvPr/>
      </p:nvGrpSpPr>
      <p:grpSpPr>
        <a:xfrm>
          <a:off x="0" y="0"/>
          <a:ext cx="0" cy="0"/>
          <a:chOff x="0" y="0"/>
          <a:chExt cx="0" cy="0"/>
        </a:xfrm>
      </p:grpSpPr>
      <p:grpSp>
        <p:nvGrpSpPr>
          <p:cNvPr name="Group 2" id="2"/>
          <p:cNvGrpSpPr/>
          <p:nvPr/>
        </p:nvGrpSpPr>
        <p:grpSpPr>
          <a:xfrm rot="0">
            <a:off x="2535699" y="-415743"/>
            <a:ext cx="16240125" cy="11118486"/>
            <a:chOff x="0" y="0"/>
            <a:chExt cx="21653500" cy="14824648"/>
          </a:xfrm>
        </p:grpSpPr>
        <p:sp>
          <p:nvSpPr>
            <p:cNvPr name="AutoShape 3" id="3"/>
            <p:cNvSpPr/>
            <p:nvPr/>
          </p:nvSpPr>
          <p:spPr>
            <a:xfrm>
              <a:off x="63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4" id="4"/>
            <p:cNvSpPr/>
            <p:nvPr/>
          </p:nvSpPr>
          <p:spPr>
            <a:xfrm>
              <a:off x="72199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5" id="5"/>
            <p:cNvSpPr/>
            <p:nvPr/>
          </p:nvSpPr>
          <p:spPr>
            <a:xfrm>
              <a:off x="144335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6" id="6"/>
            <p:cNvSpPr/>
            <p:nvPr/>
          </p:nvSpPr>
          <p:spPr>
            <a:xfrm>
              <a:off x="216471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grpSp>
      <p:sp>
        <p:nvSpPr>
          <p:cNvPr name="Freeform 7" id="7"/>
          <p:cNvSpPr/>
          <p:nvPr/>
        </p:nvSpPr>
        <p:spPr>
          <a:xfrm flipH="false" flipV="false" rot="0">
            <a:off x="-1069008" y="-1373680"/>
            <a:ext cx="7209415" cy="7209415"/>
          </a:xfrm>
          <a:custGeom>
            <a:avLst/>
            <a:gdLst/>
            <a:ahLst/>
            <a:cxnLst/>
            <a:rect r="r" b="b" t="t" l="l"/>
            <a:pathLst>
              <a:path h="7209415" w="7209415">
                <a:moveTo>
                  <a:pt x="0" y="0"/>
                </a:moveTo>
                <a:lnTo>
                  <a:pt x="7209414" y="0"/>
                </a:lnTo>
                <a:lnTo>
                  <a:pt x="7209414" y="7209415"/>
                </a:lnTo>
                <a:lnTo>
                  <a:pt x="0" y="7209415"/>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6305222" y="146101"/>
            <a:ext cx="1251032" cy="1251032"/>
          </a:xfrm>
          <a:custGeom>
            <a:avLst/>
            <a:gdLst/>
            <a:ahLst/>
            <a:cxnLst/>
            <a:rect r="r" b="b" t="t" l="l"/>
            <a:pathLst>
              <a:path h="1251032" w="1251032">
                <a:moveTo>
                  <a:pt x="0" y="0"/>
                </a:moveTo>
                <a:lnTo>
                  <a:pt x="1251032" y="0"/>
                </a:lnTo>
                <a:lnTo>
                  <a:pt x="1251032" y="1251031"/>
                </a:lnTo>
                <a:lnTo>
                  <a:pt x="0" y="125103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4584154" y="9085272"/>
            <a:ext cx="2758837" cy="568275"/>
          </a:xfrm>
          <a:custGeom>
            <a:avLst/>
            <a:gdLst/>
            <a:ahLst/>
            <a:cxnLst/>
            <a:rect r="r" b="b" t="t" l="l"/>
            <a:pathLst>
              <a:path h="568275" w="2758837">
                <a:moveTo>
                  <a:pt x="0" y="0"/>
                </a:moveTo>
                <a:lnTo>
                  <a:pt x="2758837" y="0"/>
                </a:lnTo>
                <a:lnTo>
                  <a:pt x="2758837" y="568274"/>
                </a:lnTo>
                <a:lnTo>
                  <a:pt x="0" y="568274"/>
                </a:lnTo>
                <a:lnTo>
                  <a:pt x="0" y="0"/>
                </a:lnTo>
                <a:close/>
              </a:path>
            </a:pathLst>
          </a:custGeom>
          <a:blipFill>
            <a:blip r:embed="rId4"/>
            <a:stretch>
              <a:fillRect l="0" t="-20329" r="0" b="-7659"/>
            </a:stretch>
          </a:blipFill>
        </p:spPr>
      </p:sp>
      <p:sp>
        <p:nvSpPr>
          <p:cNvPr name="Freeform 10" id="10"/>
          <p:cNvSpPr/>
          <p:nvPr/>
        </p:nvSpPr>
        <p:spPr>
          <a:xfrm flipH="false" flipV="false" rot="0">
            <a:off x="1249629" y="9085272"/>
            <a:ext cx="2758837" cy="568275"/>
          </a:xfrm>
          <a:custGeom>
            <a:avLst/>
            <a:gdLst/>
            <a:ahLst/>
            <a:cxnLst/>
            <a:rect r="r" b="b" t="t" l="l"/>
            <a:pathLst>
              <a:path h="568275" w="2758837">
                <a:moveTo>
                  <a:pt x="0" y="0"/>
                </a:moveTo>
                <a:lnTo>
                  <a:pt x="2758838" y="0"/>
                </a:lnTo>
                <a:lnTo>
                  <a:pt x="2758838" y="568274"/>
                </a:lnTo>
                <a:lnTo>
                  <a:pt x="0" y="568274"/>
                </a:lnTo>
                <a:lnTo>
                  <a:pt x="0" y="0"/>
                </a:lnTo>
                <a:close/>
              </a:path>
            </a:pathLst>
          </a:custGeom>
          <a:blipFill>
            <a:blip r:embed="rId4"/>
            <a:stretch>
              <a:fillRect l="0" t="-20329" r="0" b="-7659"/>
            </a:stretch>
          </a:blipFill>
        </p:spPr>
      </p:sp>
      <p:sp>
        <p:nvSpPr>
          <p:cNvPr name="Freeform 11" id="11"/>
          <p:cNvSpPr/>
          <p:nvPr/>
        </p:nvSpPr>
        <p:spPr>
          <a:xfrm flipH="false" flipV="false" rot="0">
            <a:off x="7952113" y="9085272"/>
            <a:ext cx="2775554" cy="571718"/>
          </a:xfrm>
          <a:custGeom>
            <a:avLst/>
            <a:gdLst/>
            <a:ahLst/>
            <a:cxnLst/>
            <a:rect r="r" b="b" t="t" l="l"/>
            <a:pathLst>
              <a:path h="571718" w="2775554">
                <a:moveTo>
                  <a:pt x="0" y="0"/>
                </a:moveTo>
                <a:lnTo>
                  <a:pt x="2775554" y="0"/>
                </a:lnTo>
                <a:lnTo>
                  <a:pt x="2775554" y="571718"/>
                </a:lnTo>
                <a:lnTo>
                  <a:pt x="0" y="571718"/>
                </a:lnTo>
                <a:lnTo>
                  <a:pt x="0" y="0"/>
                </a:lnTo>
                <a:close/>
              </a:path>
            </a:pathLst>
          </a:custGeom>
          <a:blipFill>
            <a:blip r:embed="rId4"/>
            <a:stretch>
              <a:fillRect l="0" t="-20329" r="0" b="-7659"/>
            </a:stretch>
          </a:blipFill>
        </p:spPr>
      </p:sp>
      <p:grpSp>
        <p:nvGrpSpPr>
          <p:cNvPr name="Group 12" id="12"/>
          <p:cNvGrpSpPr/>
          <p:nvPr/>
        </p:nvGrpSpPr>
        <p:grpSpPr>
          <a:xfrm rot="0">
            <a:off x="5275173" y="2234471"/>
            <a:ext cx="3311131" cy="7422519"/>
            <a:chOff x="0" y="0"/>
            <a:chExt cx="461708" cy="1035004"/>
          </a:xfrm>
        </p:grpSpPr>
        <p:sp>
          <p:nvSpPr>
            <p:cNvPr name="Freeform 13" id="13"/>
            <p:cNvSpPr/>
            <p:nvPr/>
          </p:nvSpPr>
          <p:spPr>
            <a:xfrm flipH="false" flipV="false" rot="0">
              <a:off x="0" y="0"/>
              <a:ext cx="461708" cy="1035004"/>
            </a:xfrm>
            <a:custGeom>
              <a:avLst/>
              <a:gdLst/>
              <a:ahLst/>
              <a:cxnLst/>
              <a:rect r="r" b="b" t="t" l="l"/>
              <a:pathLst>
                <a:path h="1035004" w="461708">
                  <a:moveTo>
                    <a:pt x="81835" y="0"/>
                  </a:moveTo>
                  <a:lnTo>
                    <a:pt x="379873" y="0"/>
                  </a:lnTo>
                  <a:cubicBezTo>
                    <a:pt x="425069" y="0"/>
                    <a:pt x="461708" y="36639"/>
                    <a:pt x="461708" y="81835"/>
                  </a:cubicBezTo>
                  <a:lnTo>
                    <a:pt x="461708" y="953169"/>
                  </a:lnTo>
                  <a:cubicBezTo>
                    <a:pt x="461708" y="974873"/>
                    <a:pt x="453086" y="995688"/>
                    <a:pt x="437739" y="1011035"/>
                  </a:cubicBezTo>
                  <a:cubicBezTo>
                    <a:pt x="422392" y="1026383"/>
                    <a:pt x="401577" y="1035004"/>
                    <a:pt x="379873" y="1035004"/>
                  </a:cubicBezTo>
                  <a:lnTo>
                    <a:pt x="81835" y="1035004"/>
                  </a:lnTo>
                  <a:cubicBezTo>
                    <a:pt x="36639" y="1035004"/>
                    <a:pt x="0" y="998366"/>
                    <a:pt x="0" y="953169"/>
                  </a:cubicBezTo>
                  <a:lnTo>
                    <a:pt x="0" y="81835"/>
                  </a:lnTo>
                  <a:cubicBezTo>
                    <a:pt x="0" y="36639"/>
                    <a:pt x="36639" y="0"/>
                    <a:pt x="81835" y="0"/>
                  </a:cubicBezTo>
                  <a:close/>
                </a:path>
              </a:pathLst>
            </a:custGeom>
            <a:blipFill>
              <a:blip r:embed="rId5"/>
              <a:stretch>
                <a:fillRect l="0" t="-2535" r="0" b="-2535"/>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4" id="14"/>
          <p:cNvGrpSpPr/>
          <p:nvPr/>
        </p:nvGrpSpPr>
        <p:grpSpPr>
          <a:xfrm rot="0">
            <a:off x="9664717" y="2263327"/>
            <a:ext cx="3312667" cy="7425963"/>
            <a:chOff x="0" y="0"/>
            <a:chExt cx="461708" cy="1035004"/>
          </a:xfrm>
        </p:grpSpPr>
        <p:sp>
          <p:nvSpPr>
            <p:cNvPr name="Freeform 15" id="15"/>
            <p:cNvSpPr/>
            <p:nvPr/>
          </p:nvSpPr>
          <p:spPr>
            <a:xfrm flipH="false" flipV="false" rot="0">
              <a:off x="0" y="0"/>
              <a:ext cx="461708" cy="1035004"/>
            </a:xfrm>
            <a:custGeom>
              <a:avLst/>
              <a:gdLst/>
              <a:ahLst/>
              <a:cxnLst/>
              <a:rect r="r" b="b" t="t" l="l"/>
              <a:pathLst>
                <a:path h="1035004" w="461708">
                  <a:moveTo>
                    <a:pt x="81797" y="0"/>
                  </a:moveTo>
                  <a:lnTo>
                    <a:pt x="379910" y="0"/>
                  </a:lnTo>
                  <a:cubicBezTo>
                    <a:pt x="401604" y="0"/>
                    <a:pt x="422410" y="8618"/>
                    <a:pt x="437750" y="23958"/>
                  </a:cubicBezTo>
                  <a:cubicBezTo>
                    <a:pt x="453090" y="39298"/>
                    <a:pt x="461708" y="60103"/>
                    <a:pt x="461708" y="81797"/>
                  </a:cubicBezTo>
                  <a:lnTo>
                    <a:pt x="461708" y="953207"/>
                  </a:lnTo>
                  <a:cubicBezTo>
                    <a:pt x="461708" y="974901"/>
                    <a:pt x="453090" y="995707"/>
                    <a:pt x="437750" y="1011047"/>
                  </a:cubicBezTo>
                  <a:cubicBezTo>
                    <a:pt x="422410" y="1026386"/>
                    <a:pt x="401604" y="1035004"/>
                    <a:pt x="379910" y="1035004"/>
                  </a:cubicBezTo>
                  <a:lnTo>
                    <a:pt x="81797" y="1035004"/>
                  </a:lnTo>
                  <a:cubicBezTo>
                    <a:pt x="60103" y="1035004"/>
                    <a:pt x="39298" y="1026386"/>
                    <a:pt x="23958" y="1011047"/>
                  </a:cubicBezTo>
                  <a:cubicBezTo>
                    <a:pt x="8618" y="995707"/>
                    <a:pt x="0" y="974901"/>
                    <a:pt x="0" y="953207"/>
                  </a:cubicBezTo>
                  <a:lnTo>
                    <a:pt x="0" y="81797"/>
                  </a:lnTo>
                  <a:cubicBezTo>
                    <a:pt x="0" y="60103"/>
                    <a:pt x="8618" y="39298"/>
                    <a:pt x="23958" y="23958"/>
                  </a:cubicBezTo>
                  <a:cubicBezTo>
                    <a:pt x="39298" y="8618"/>
                    <a:pt x="60103" y="0"/>
                    <a:pt x="81797" y="0"/>
                  </a:cubicBezTo>
                  <a:close/>
                </a:path>
              </a:pathLst>
            </a:custGeom>
            <a:blipFill>
              <a:blip r:embed="rId6"/>
              <a:stretch>
                <a:fillRect l="0" t="-3584" r="0" b="-3584"/>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6" id="16"/>
          <p:cNvGrpSpPr/>
          <p:nvPr/>
        </p:nvGrpSpPr>
        <p:grpSpPr>
          <a:xfrm rot="0">
            <a:off x="14055797" y="2156775"/>
            <a:ext cx="3312667" cy="7425963"/>
            <a:chOff x="0" y="0"/>
            <a:chExt cx="461708" cy="1035004"/>
          </a:xfrm>
        </p:grpSpPr>
        <p:sp>
          <p:nvSpPr>
            <p:cNvPr name="Freeform 17" id="17"/>
            <p:cNvSpPr/>
            <p:nvPr/>
          </p:nvSpPr>
          <p:spPr>
            <a:xfrm flipH="false" flipV="false" rot="0">
              <a:off x="0" y="0"/>
              <a:ext cx="461708" cy="1035004"/>
            </a:xfrm>
            <a:custGeom>
              <a:avLst/>
              <a:gdLst/>
              <a:ahLst/>
              <a:cxnLst/>
              <a:rect r="r" b="b" t="t" l="l"/>
              <a:pathLst>
                <a:path h="1035004" w="461708">
                  <a:moveTo>
                    <a:pt x="81797" y="0"/>
                  </a:moveTo>
                  <a:lnTo>
                    <a:pt x="379910" y="0"/>
                  </a:lnTo>
                  <a:cubicBezTo>
                    <a:pt x="401604" y="0"/>
                    <a:pt x="422410" y="8618"/>
                    <a:pt x="437750" y="23958"/>
                  </a:cubicBezTo>
                  <a:cubicBezTo>
                    <a:pt x="453090" y="39298"/>
                    <a:pt x="461708" y="60103"/>
                    <a:pt x="461708" y="81797"/>
                  </a:cubicBezTo>
                  <a:lnTo>
                    <a:pt x="461708" y="953207"/>
                  </a:lnTo>
                  <a:cubicBezTo>
                    <a:pt x="461708" y="974901"/>
                    <a:pt x="453090" y="995707"/>
                    <a:pt x="437750" y="1011047"/>
                  </a:cubicBezTo>
                  <a:cubicBezTo>
                    <a:pt x="422410" y="1026386"/>
                    <a:pt x="401604" y="1035004"/>
                    <a:pt x="379910" y="1035004"/>
                  </a:cubicBezTo>
                  <a:lnTo>
                    <a:pt x="81797" y="1035004"/>
                  </a:lnTo>
                  <a:cubicBezTo>
                    <a:pt x="60103" y="1035004"/>
                    <a:pt x="39298" y="1026386"/>
                    <a:pt x="23958" y="1011047"/>
                  </a:cubicBezTo>
                  <a:cubicBezTo>
                    <a:pt x="8618" y="995707"/>
                    <a:pt x="0" y="974901"/>
                    <a:pt x="0" y="953207"/>
                  </a:cubicBezTo>
                  <a:lnTo>
                    <a:pt x="0" y="81797"/>
                  </a:lnTo>
                  <a:cubicBezTo>
                    <a:pt x="0" y="60103"/>
                    <a:pt x="8618" y="39298"/>
                    <a:pt x="23958" y="23958"/>
                  </a:cubicBezTo>
                  <a:cubicBezTo>
                    <a:pt x="39298" y="8618"/>
                    <a:pt x="60103" y="0"/>
                    <a:pt x="81797" y="0"/>
                  </a:cubicBezTo>
                  <a:close/>
                </a:path>
              </a:pathLst>
            </a:custGeom>
            <a:blipFill>
              <a:blip r:embed="rId7"/>
              <a:stretch>
                <a:fillRect l="0" t="-4401" r="0" b="-4401"/>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grpSp>
        <p:nvGrpSpPr>
          <p:cNvPr name="Group 18" id="18"/>
          <p:cNvGrpSpPr/>
          <p:nvPr/>
        </p:nvGrpSpPr>
        <p:grpSpPr>
          <a:xfrm rot="0">
            <a:off x="973483" y="2263327"/>
            <a:ext cx="3311131" cy="7422519"/>
            <a:chOff x="0" y="0"/>
            <a:chExt cx="461708" cy="1035004"/>
          </a:xfrm>
        </p:grpSpPr>
        <p:sp>
          <p:nvSpPr>
            <p:cNvPr name="Freeform 19" id="19"/>
            <p:cNvSpPr/>
            <p:nvPr/>
          </p:nvSpPr>
          <p:spPr>
            <a:xfrm flipH="false" flipV="false" rot="0">
              <a:off x="0" y="0"/>
              <a:ext cx="461708" cy="1035004"/>
            </a:xfrm>
            <a:custGeom>
              <a:avLst/>
              <a:gdLst/>
              <a:ahLst/>
              <a:cxnLst/>
              <a:rect r="r" b="b" t="t" l="l"/>
              <a:pathLst>
                <a:path h="1035004" w="461708">
                  <a:moveTo>
                    <a:pt x="81835" y="0"/>
                  </a:moveTo>
                  <a:lnTo>
                    <a:pt x="379873" y="0"/>
                  </a:lnTo>
                  <a:cubicBezTo>
                    <a:pt x="425069" y="0"/>
                    <a:pt x="461708" y="36639"/>
                    <a:pt x="461708" y="81835"/>
                  </a:cubicBezTo>
                  <a:lnTo>
                    <a:pt x="461708" y="953169"/>
                  </a:lnTo>
                  <a:cubicBezTo>
                    <a:pt x="461708" y="974873"/>
                    <a:pt x="453086" y="995688"/>
                    <a:pt x="437739" y="1011035"/>
                  </a:cubicBezTo>
                  <a:cubicBezTo>
                    <a:pt x="422392" y="1026383"/>
                    <a:pt x="401577" y="1035004"/>
                    <a:pt x="379873" y="1035004"/>
                  </a:cubicBezTo>
                  <a:lnTo>
                    <a:pt x="81835" y="1035004"/>
                  </a:lnTo>
                  <a:cubicBezTo>
                    <a:pt x="36639" y="1035004"/>
                    <a:pt x="0" y="998366"/>
                    <a:pt x="0" y="953169"/>
                  </a:cubicBezTo>
                  <a:lnTo>
                    <a:pt x="0" y="81835"/>
                  </a:lnTo>
                  <a:cubicBezTo>
                    <a:pt x="0" y="36639"/>
                    <a:pt x="36639" y="0"/>
                    <a:pt x="81835" y="0"/>
                  </a:cubicBezTo>
                  <a:close/>
                </a:path>
              </a:pathLst>
            </a:custGeom>
            <a:blipFill>
              <a:blip r:embed="rId8"/>
              <a:stretch>
                <a:fillRect l="0" t="-3545" r="0" b="-3545"/>
              </a:stretch>
            </a:blipFill>
            <a:ln w="9525" cap="rnd">
              <a:gradFill>
                <a:gsLst>
                  <a:gs pos="0">
                    <a:srgbClr val="FFFFFF">
                      <a:alpha val="100000"/>
                    </a:srgbClr>
                  </a:gs>
                  <a:gs pos="25000">
                    <a:srgbClr val="7D7D7D">
                      <a:alpha val="100000"/>
                    </a:srgbClr>
                  </a:gs>
                  <a:gs pos="50000">
                    <a:srgbClr val="FFFFFF">
                      <a:alpha val="100000"/>
                    </a:srgbClr>
                  </a:gs>
                  <a:gs pos="75000">
                    <a:srgbClr val="7C7C7C">
                      <a:alpha val="100000"/>
                    </a:srgbClr>
                  </a:gs>
                  <a:gs pos="100000">
                    <a:srgbClr val="FFFFFF">
                      <a:alpha val="100000"/>
                    </a:srgbClr>
                  </a:gs>
                </a:gsLst>
                <a:lin ang="0"/>
              </a:gradFill>
              <a:prstDash val="solid"/>
              <a:round/>
            </a:ln>
          </p:spPr>
        </p:sp>
      </p:grpSp>
      <p:sp>
        <p:nvSpPr>
          <p:cNvPr name="TextBox 20" id="20"/>
          <p:cNvSpPr txBox="true"/>
          <p:nvPr/>
        </p:nvSpPr>
        <p:spPr>
          <a:xfrm rot="0">
            <a:off x="1953483" y="1599385"/>
            <a:ext cx="1164431"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Dikirim</a:t>
            </a:r>
          </a:p>
        </p:txBody>
      </p:sp>
      <p:sp>
        <p:nvSpPr>
          <p:cNvPr name="TextBox 21" id="21"/>
          <p:cNvSpPr txBox="true"/>
          <p:nvPr/>
        </p:nvSpPr>
        <p:spPr>
          <a:xfrm rot="0">
            <a:off x="14251904" y="1599385"/>
            <a:ext cx="2920454"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Kelolas Keuangan</a:t>
            </a:r>
          </a:p>
        </p:txBody>
      </p:sp>
      <p:sp>
        <p:nvSpPr>
          <p:cNvPr name="TextBox 22" id="22"/>
          <p:cNvSpPr txBox="true"/>
          <p:nvPr/>
        </p:nvSpPr>
        <p:spPr>
          <a:xfrm rot="0">
            <a:off x="9233736" y="1599385"/>
            <a:ext cx="4174629"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Rincian Penilaian Pembeli</a:t>
            </a:r>
          </a:p>
        </p:txBody>
      </p:sp>
      <p:sp>
        <p:nvSpPr>
          <p:cNvPr name="TextBox 23" id="23"/>
          <p:cNvSpPr txBox="true"/>
          <p:nvPr/>
        </p:nvSpPr>
        <p:spPr>
          <a:xfrm rot="0">
            <a:off x="6346811" y="1599385"/>
            <a:ext cx="1167854" cy="523875"/>
          </a:xfrm>
          <a:prstGeom prst="rect">
            <a:avLst/>
          </a:prstGeom>
        </p:spPr>
        <p:txBody>
          <a:bodyPr anchor="t" rtlCol="false" tIns="0" lIns="0" bIns="0" rIns="0">
            <a:spAutoFit/>
          </a:bodyPr>
          <a:lstStyle/>
          <a:p>
            <a:pPr algn="ctr">
              <a:lnSpc>
                <a:spcPts val="4200"/>
              </a:lnSpc>
              <a:spcBef>
                <a:spcPct val="0"/>
              </a:spcBef>
            </a:pPr>
            <a:r>
              <a:rPr lang="en-US" b="true" sz="3000" spc="-174">
                <a:solidFill>
                  <a:srgbClr val="FFFFFF"/>
                </a:solidFill>
                <a:latin typeface="Bricolage Grotesque Bold"/>
                <a:ea typeface="Bricolage Grotesque Bold"/>
                <a:cs typeface="Bricolage Grotesque Bold"/>
                <a:sym typeface="Bricolage Grotesque Bold"/>
              </a:rPr>
              <a:t>Selesai</a:t>
            </a:r>
          </a:p>
        </p:txBody>
      </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bg>
      <p:bgPr>
        <a:solidFill>
          <a:srgbClr val="320000"/>
        </a:solidFill>
      </p:bgPr>
    </p:bg>
    <p:spTree>
      <p:nvGrpSpPr>
        <p:cNvPr id="1" name=""/>
        <p:cNvGrpSpPr/>
        <p:nvPr/>
      </p:nvGrpSpPr>
      <p:grpSpPr>
        <a:xfrm>
          <a:off x="0" y="0"/>
          <a:ext cx="0" cy="0"/>
          <a:chOff x="0" y="0"/>
          <a:chExt cx="0" cy="0"/>
        </a:xfrm>
      </p:grpSpPr>
      <p:sp>
        <p:nvSpPr>
          <p:cNvPr name="Freeform 2" id="2"/>
          <p:cNvSpPr/>
          <p:nvPr/>
        </p:nvSpPr>
        <p:spPr>
          <a:xfrm flipH="false" flipV="false" rot="0">
            <a:off x="-1069008" y="-1373680"/>
            <a:ext cx="7209415" cy="7209415"/>
          </a:xfrm>
          <a:custGeom>
            <a:avLst/>
            <a:gdLst/>
            <a:ahLst/>
            <a:cxnLst/>
            <a:rect r="r" b="b" t="t" l="l"/>
            <a:pathLst>
              <a:path h="7209415" w="7209415">
                <a:moveTo>
                  <a:pt x="0" y="0"/>
                </a:moveTo>
                <a:lnTo>
                  <a:pt x="7209414" y="0"/>
                </a:lnTo>
                <a:lnTo>
                  <a:pt x="7209414" y="7209415"/>
                </a:lnTo>
                <a:lnTo>
                  <a:pt x="0" y="7209415"/>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6305222" y="146101"/>
            <a:ext cx="1251032" cy="1251032"/>
          </a:xfrm>
          <a:custGeom>
            <a:avLst/>
            <a:gdLst/>
            <a:ahLst/>
            <a:cxnLst/>
            <a:rect r="r" b="b" t="t" l="l"/>
            <a:pathLst>
              <a:path h="1251032" w="1251032">
                <a:moveTo>
                  <a:pt x="0" y="0"/>
                </a:moveTo>
                <a:lnTo>
                  <a:pt x="1251032" y="0"/>
                </a:lnTo>
                <a:lnTo>
                  <a:pt x="1251032" y="1251031"/>
                </a:lnTo>
                <a:lnTo>
                  <a:pt x="0" y="125103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grpSp>
        <p:nvGrpSpPr>
          <p:cNvPr name="Group 4" id="4"/>
          <p:cNvGrpSpPr/>
          <p:nvPr/>
        </p:nvGrpSpPr>
        <p:grpSpPr>
          <a:xfrm rot="0">
            <a:off x="1983568" y="-415743"/>
            <a:ext cx="16240125" cy="11118486"/>
            <a:chOff x="0" y="0"/>
            <a:chExt cx="21653500" cy="14824648"/>
          </a:xfrm>
        </p:grpSpPr>
        <p:sp>
          <p:nvSpPr>
            <p:cNvPr name="AutoShape 5" id="5"/>
            <p:cNvSpPr/>
            <p:nvPr/>
          </p:nvSpPr>
          <p:spPr>
            <a:xfrm>
              <a:off x="63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6" id="6"/>
            <p:cNvSpPr/>
            <p:nvPr/>
          </p:nvSpPr>
          <p:spPr>
            <a:xfrm>
              <a:off x="72199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7" id="7"/>
            <p:cNvSpPr/>
            <p:nvPr/>
          </p:nvSpPr>
          <p:spPr>
            <a:xfrm>
              <a:off x="144335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8" id="8"/>
            <p:cNvSpPr/>
            <p:nvPr/>
          </p:nvSpPr>
          <p:spPr>
            <a:xfrm>
              <a:off x="21647150" y="0"/>
              <a:ext cx="0" cy="14824648"/>
            </a:xfrm>
            <a:prstGeom prst="line">
              <a:avLst/>
            </a:prstGeom>
            <a:ln cap="flat" w="12700">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grpSp>
      <p:sp>
        <p:nvSpPr>
          <p:cNvPr name="Freeform 9" id="9"/>
          <p:cNvSpPr/>
          <p:nvPr/>
        </p:nvSpPr>
        <p:spPr>
          <a:xfrm flipH="false" flipV="false" rot="0">
            <a:off x="839145" y="3067731"/>
            <a:ext cx="12741938" cy="3359238"/>
          </a:xfrm>
          <a:custGeom>
            <a:avLst/>
            <a:gdLst/>
            <a:ahLst/>
            <a:cxnLst/>
            <a:rect r="r" b="b" t="t" l="l"/>
            <a:pathLst>
              <a:path h="3359238" w="12741938">
                <a:moveTo>
                  <a:pt x="0" y="0"/>
                </a:moveTo>
                <a:lnTo>
                  <a:pt x="12741938" y="0"/>
                </a:lnTo>
                <a:lnTo>
                  <a:pt x="12741938" y="3359238"/>
                </a:lnTo>
                <a:lnTo>
                  <a:pt x="0" y="3359238"/>
                </a:lnTo>
                <a:lnTo>
                  <a:pt x="0" y="0"/>
                </a:lnTo>
                <a:close/>
              </a:path>
            </a:pathLst>
          </a:custGeom>
          <a:blipFill>
            <a:blip r:embed="rId4"/>
            <a:stretch>
              <a:fillRect l="0" t="0" r="0" b="0"/>
            </a:stretch>
          </a:blipFill>
        </p:spPr>
      </p:sp>
      <p:sp>
        <p:nvSpPr>
          <p:cNvPr name="Freeform 10" id="10"/>
          <p:cNvSpPr/>
          <p:nvPr/>
        </p:nvSpPr>
        <p:spPr>
          <a:xfrm flipH="false" flipV="false" rot="0">
            <a:off x="839145" y="7060941"/>
            <a:ext cx="12741938" cy="3359238"/>
          </a:xfrm>
          <a:custGeom>
            <a:avLst/>
            <a:gdLst/>
            <a:ahLst/>
            <a:cxnLst/>
            <a:rect r="r" b="b" t="t" l="l"/>
            <a:pathLst>
              <a:path h="3359238" w="12741938">
                <a:moveTo>
                  <a:pt x="0" y="0"/>
                </a:moveTo>
                <a:lnTo>
                  <a:pt x="12741938" y="0"/>
                </a:lnTo>
                <a:lnTo>
                  <a:pt x="12741938" y="3359238"/>
                </a:lnTo>
                <a:lnTo>
                  <a:pt x="0" y="3359238"/>
                </a:lnTo>
                <a:lnTo>
                  <a:pt x="0" y="0"/>
                </a:lnTo>
                <a:close/>
              </a:path>
            </a:pathLst>
          </a:custGeom>
          <a:blipFill>
            <a:blip r:embed="rId4"/>
            <a:stretch>
              <a:fillRect l="0" t="0" r="0" b="0"/>
            </a:stretch>
          </a:blipFill>
        </p:spPr>
      </p:sp>
      <p:grpSp>
        <p:nvGrpSpPr>
          <p:cNvPr name="Group 11" id="11"/>
          <p:cNvGrpSpPr/>
          <p:nvPr/>
        </p:nvGrpSpPr>
        <p:grpSpPr>
          <a:xfrm rot="0">
            <a:off x="-663646" y="-268574"/>
            <a:ext cx="5539308" cy="10688754"/>
            <a:chOff x="0" y="0"/>
            <a:chExt cx="839945" cy="1620774"/>
          </a:xfrm>
        </p:grpSpPr>
        <p:sp>
          <p:nvSpPr>
            <p:cNvPr name="Freeform 12" id="12"/>
            <p:cNvSpPr/>
            <p:nvPr/>
          </p:nvSpPr>
          <p:spPr>
            <a:xfrm flipH="false" flipV="false" rot="0">
              <a:off x="0" y="0"/>
              <a:ext cx="839945" cy="1620774"/>
            </a:xfrm>
            <a:custGeom>
              <a:avLst/>
              <a:gdLst/>
              <a:ahLst/>
              <a:cxnLst/>
              <a:rect r="r" b="b" t="t" l="l"/>
              <a:pathLst>
                <a:path h="1620774" w="839945">
                  <a:moveTo>
                    <a:pt x="0" y="0"/>
                  </a:moveTo>
                  <a:lnTo>
                    <a:pt x="839945" y="0"/>
                  </a:lnTo>
                  <a:lnTo>
                    <a:pt x="839945" y="1620774"/>
                  </a:lnTo>
                  <a:lnTo>
                    <a:pt x="0" y="1620774"/>
                  </a:lnTo>
                  <a:close/>
                </a:path>
              </a:pathLst>
            </a:custGeom>
            <a:blipFill>
              <a:blip r:embed="rId5">
                <a:alphaModFix amt="40000"/>
              </a:blip>
              <a:stretch>
                <a:fillRect l="-3845" t="0" r="-3845" b="0"/>
              </a:stretch>
            </a:blipFill>
            <a:ln cap="sq">
              <a:noFill/>
              <a:prstDash val="solid"/>
              <a:miter/>
            </a:ln>
          </p:spPr>
        </p:sp>
      </p:grpSp>
      <p:grpSp>
        <p:nvGrpSpPr>
          <p:cNvPr name="Group 13" id="13"/>
          <p:cNvGrpSpPr/>
          <p:nvPr/>
        </p:nvGrpSpPr>
        <p:grpSpPr>
          <a:xfrm rot="0">
            <a:off x="3924256" y="3766954"/>
            <a:ext cx="12791025" cy="3293987"/>
            <a:chOff x="0" y="0"/>
            <a:chExt cx="3368830" cy="867552"/>
          </a:xfrm>
        </p:grpSpPr>
        <p:sp>
          <p:nvSpPr>
            <p:cNvPr name="Freeform 14" id="14"/>
            <p:cNvSpPr/>
            <p:nvPr/>
          </p:nvSpPr>
          <p:spPr>
            <a:xfrm flipH="false" flipV="false" rot="0">
              <a:off x="0" y="0"/>
              <a:ext cx="3368830" cy="867552"/>
            </a:xfrm>
            <a:custGeom>
              <a:avLst/>
              <a:gdLst/>
              <a:ahLst/>
              <a:cxnLst/>
              <a:rect r="r" b="b" t="t" l="l"/>
              <a:pathLst>
                <a:path h="867552" w="3368830">
                  <a:moveTo>
                    <a:pt x="37526" y="0"/>
                  </a:moveTo>
                  <a:lnTo>
                    <a:pt x="3331303" y="0"/>
                  </a:lnTo>
                  <a:cubicBezTo>
                    <a:pt x="3352029" y="0"/>
                    <a:pt x="3368830" y="16801"/>
                    <a:pt x="3368830" y="37526"/>
                  </a:cubicBezTo>
                  <a:lnTo>
                    <a:pt x="3368830" y="830026"/>
                  </a:lnTo>
                  <a:cubicBezTo>
                    <a:pt x="3368830" y="839978"/>
                    <a:pt x="3364876" y="849523"/>
                    <a:pt x="3357838" y="856561"/>
                  </a:cubicBezTo>
                  <a:cubicBezTo>
                    <a:pt x="3350801" y="863598"/>
                    <a:pt x="3341256" y="867552"/>
                    <a:pt x="3331303" y="867552"/>
                  </a:cubicBezTo>
                  <a:lnTo>
                    <a:pt x="37526" y="867552"/>
                  </a:lnTo>
                  <a:cubicBezTo>
                    <a:pt x="27574" y="867552"/>
                    <a:pt x="18029" y="863598"/>
                    <a:pt x="10991" y="856561"/>
                  </a:cubicBezTo>
                  <a:cubicBezTo>
                    <a:pt x="3954" y="849523"/>
                    <a:pt x="0" y="839978"/>
                    <a:pt x="0" y="830026"/>
                  </a:cubicBezTo>
                  <a:lnTo>
                    <a:pt x="0" y="37526"/>
                  </a:lnTo>
                  <a:cubicBezTo>
                    <a:pt x="0" y="27574"/>
                    <a:pt x="3954" y="18029"/>
                    <a:pt x="10991" y="10991"/>
                  </a:cubicBezTo>
                  <a:cubicBezTo>
                    <a:pt x="18029" y="3954"/>
                    <a:pt x="27574" y="0"/>
                    <a:pt x="37526" y="0"/>
                  </a:cubicBezTo>
                  <a:close/>
                </a:path>
              </a:pathLst>
            </a:custGeom>
            <a:solidFill>
              <a:srgbClr val="FFFFFF"/>
            </a:solidFill>
            <a:ln w="19050" cap="rnd">
              <a:solidFill>
                <a:srgbClr val="320000"/>
              </a:solidFill>
              <a:prstDash val="solid"/>
              <a:round/>
            </a:ln>
          </p:spPr>
        </p:sp>
        <p:sp>
          <p:nvSpPr>
            <p:cNvPr name="TextBox 15" id="15"/>
            <p:cNvSpPr txBox="true"/>
            <p:nvPr/>
          </p:nvSpPr>
          <p:spPr>
            <a:xfrm>
              <a:off x="0" y="-38100"/>
              <a:ext cx="3368830" cy="905652"/>
            </a:xfrm>
            <a:prstGeom prst="rect">
              <a:avLst/>
            </a:prstGeom>
          </p:spPr>
          <p:txBody>
            <a:bodyPr anchor="ctr" rtlCol="false" tIns="50800" lIns="50800" bIns="50800" rIns="50800"/>
            <a:lstStyle/>
            <a:p>
              <a:pPr algn="l">
                <a:lnSpc>
                  <a:spcPts val="2659"/>
                </a:lnSpc>
                <a:spcBef>
                  <a:spcPct val="0"/>
                </a:spcBef>
              </a:pPr>
            </a:p>
          </p:txBody>
        </p:sp>
      </p:grpSp>
      <p:sp>
        <p:nvSpPr>
          <p:cNvPr name="TextBox 16" id="16"/>
          <p:cNvSpPr txBox="true"/>
          <p:nvPr/>
        </p:nvSpPr>
        <p:spPr>
          <a:xfrm rot="0">
            <a:off x="5583796" y="2172463"/>
            <a:ext cx="17685015" cy="914410"/>
          </a:xfrm>
          <a:prstGeom prst="rect">
            <a:avLst/>
          </a:prstGeom>
        </p:spPr>
        <p:txBody>
          <a:bodyPr anchor="t" rtlCol="false" tIns="0" lIns="0" bIns="0" rIns="0">
            <a:spAutoFit/>
          </a:bodyPr>
          <a:lstStyle/>
          <a:p>
            <a:pPr algn="l">
              <a:lnSpc>
                <a:spcPts val="6800"/>
              </a:lnSpc>
            </a:pPr>
            <a:r>
              <a:rPr lang="en-US" sz="6667" spc="-386" b="true">
                <a:solidFill>
                  <a:srgbClr val="FFFFFF"/>
                </a:solidFill>
                <a:latin typeface="Bricolage Grotesque Bold"/>
                <a:ea typeface="Bricolage Grotesque Bold"/>
                <a:cs typeface="Bricolage Grotesque Bold"/>
                <a:sym typeface="Bricolage Grotesque Bold"/>
              </a:rPr>
              <a:t>Link Figma</a:t>
            </a:r>
          </a:p>
        </p:txBody>
      </p:sp>
      <p:sp>
        <p:nvSpPr>
          <p:cNvPr name="TextBox 17" id="17"/>
          <p:cNvSpPr txBox="true"/>
          <p:nvPr/>
        </p:nvSpPr>
        <p:spPr>
          <a:xfrm rot="0">
            <a:off x="4877600" y="4186056"/>
            <a:ext cx="10884338" cy="2874885"/>
          </a:xfrm>
          <a:prstGeom prst="rect">
            <a:avLst/>
          </a:prstGeom>
        </p:spPr>
        <p:txBody>
          <a:bodyPr anchor="t" rtlCol="false" tIns="0" lIns="0" bIns="0" rIns="0">
            <a:spAutoFit/>
          </a:bodyPr>
          <a:lstStyle/>
          <a:p>
            <a:pPr algn="just">
              <a:lnSpc>
                <a:spcPts val="5421"/>
              </a:lnSpc>
              <a:spcBef>
                <a:spcPct val="0"/>
              </a:spcBef>
            </a:pPr>
            <a:r>
              <a:rPr lang="en-US" sz="4336" spc="-130" u="sng">
                <a:solidFill>
                  <a:srgbClr val="320000"/>
                </a:solidFill>
                <a:latin typeface="Open Sans 2"/>
                <a:ea typeface="Open Sans 2"/>
                <a:cs typeface="Open Sans 2"/>
                <a:sym typeface="Open Sans 2"/>
                <a:hlinkClick r:id="rId6" tooltip="https://www.figma.com/design/EtVbPQLrKY0KScQ8ztPfR5/latihan-ansi?node-id=1-16990&amp;t=wLsI6A84NJn2UuRV-1"/>
              </a:rPr>
              <a:t>https://www.figma.com/design/EtVbPQLrKY0KScQ8ztPfR5/latihan-ansi?node-id=1-16990&amp;t=wLsI6A84NJn2UuRV-1</a:t>
            </a:r>
          </a:p>
          <a:p>
            <a:pPr algn="l" marL="0" indent="0" lvl="0">
              <a:lnSpc>
                <a:spcPts val="6484"/>
              </a:lnSpc>
              <a:spcBef>
                <a:spcPct val="0"/>
              </a:spcBef>
            </a:pPr>
          </a:p>
        </p:txBody>
      </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bg>
      <p:bgPr>
        <a:solidFill>
          <a:srgbClr val="320000"/>
        </a:solidFill>
      </p:bgPr>
    </p:bg>
    <p:spTree>
      <p:nvGrpSpPr>
        <p:cNvPr id="1" name=""/>
        <p:cNvGrpSpPr/>
        <p:nvPr/>
      </p:nvGrpSpPr>
      <p:grpSpPr>
        <a:xfrm>
          <a:off x="0" y="0"/>
          <a:ext cx="0" cy="0"/>
          <a:chOff x="0" y="0"/>
          <a:chExt cx="0" cy="0"/>
        </a:xfrm>
      </p:grpSpPr>
      <p:sp>
        <p:nvSpPr>
          <p:cNvPr name="AutoShape 2" id="2"/>
          <p:cNvSpPr/>
          <p:nvPr/>
        </p:nvSpPr>
        <p:spPr>
          <a:xfrm>
            <a:off x="1023938" y="-448043"/>
            <a:ext cx="0" cy="11118486"/>
          </a:xfrm>
          <a:prstGeom prst="line">
            <a:avLst/>
          </a:prstGeom>
          <a:ln cap="flat" w="9525">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Freeform 3" id="3"/>
          <p:cNvSpPr/>
          <p:nvPr/>
        </p:nvSpPr>
        <p:spPr>
          <a:xfrm flipH="false" flipV="false" rot="0">
            <a:off x="-1087109" y="-1319378"/>
            <a:ext cx="7209415" cy="7209415"/>
          </a:xfrm>
          <a:custGeom>
            <a:avLst/>
            <a:gdLst/>
            <a:ahLst/>
            <a:cxnLst/>
            <a:rect r="r" b="b" t="t" l="l"/>
            <a:pathLst>
              <a:path h="7209415" w="7209415">
                <a:moveTo>
                  <a:pt x="0" y="0"/>
                </a:moveTo>
                <a:lnTo>
                  <a:pt x="7209414" y="0"/>
                </a:lnTo>
                <a:lnTo>
                  <a:pt x="7209414" y="7209415"/>
                </a:lnTo>
                <a:lnTo>
                  <a:pt x="0" y="720941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6305222" y="146101"/>
            <a:ext cx="1251032" cy="1251032"/>
          </a:xfrm>
          <a:custGeom>
            <a:avLst/>
            <a:gdLst/>
            <a:ahLst/>
            <a:cxnLst/>
            <a:rect r="r" b="b" t="t" l="l"/>
            <a:pathLst>
              <a:path h="1251032" w="1251032">
                <a:moveTo>
                  <a:pt x="0" y="0"/>
                </a:moveTo>
                <a:lnTo>
                  <a:pt x="1251032" y="0"/>
                </a:lnTo>
                <a:lnTo>
                  <a:pt x="1251032" y="1251031"/>
                </a:lnTo>
                <a:lnTo>
                  <a:pt x="0" y="125103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AutoShape 5" id="5"/>
          <p:cNvSpPr/>
          <p:nvPr/>
        </p:nvSpPr>
        <p:spPr>
          <a:xfrm>
            <a:off x="6434138" y="-448043"/>
            <a:ext cx="0" cy="11118486"/>
          </a:xfrm>
          <a:prstGeom prst="line">
            <a:avLst/>
          </a:prstGeom>
          <a:ln cap="flat" w="9525">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6" id="6"/>
          <p:cNvSpPr/>
          <p:nvPr/>
        </p:nvSpPr>
        <p:spPr>
          <a:xfrm>
            <a:off x="11844338" y="-448043"/>
            <a:ext cx="0" cy="11118486"/>
          </a:xfrm>
          <a:prstGeom prst="line">
            <a:avLst/>
          </a:prstGeom>
          <a:ln cap="flat" w="9525">
            <a:gradFill>
              <a:gsLst>
                <a:gs pos="0">
                  <a:srgbClr val="FFFFFF">
                    <a:alpha val="15000"/>
                  </a:srgbClr>
                </a:gs>
                <a:gs pos="25000">
                  <a:srgbClr val="7D7D7D">
                    <a:alpha val="15000"/>
                  </a:srgbClr>
                </a:gs>
                <a:gs pos="50000">
                  <a:srgbClr val="FFFFFF">
                    <a:alpha val="15000"/>
                  </a:srgbClr>
                </a:gs>
                <a:gs pos="75000">
                  <a:srgbClr val="7C7C7C">
                    <a:alpha val="15000"/>
                  </a:srgbClr>
                </a:gs>
                <a:gs pos="100000">
                  <a:srgbClr val="FFFFFF">
                    <a:alpha val="15000"/>
                  </a:srgbClr>
                </a:gs>
              </a:gsLst>
              <a:lin ang="0"/>
            </a:gradFill>
            <a:prstDash val="solid"/>
            <a:headEnd type="none" len="sm" w="sm"/>
            <a:tailEnd type="none" len="sm" w="sm"/>
          </a:ln>
        </p:spPr>
      </p:sp>
      <p:sp>
        <p:nvSpPr>
          <p:cNvPr name="AutoShape 7" id="7"/>
          <p:cNvSpPr/>
          <p:nvPr/>
        </p:nvSpPr>
        <p:spPr>
          <a:xfrm>
            <a:off x="17254538" y="-448043"/>
            <a:ext cx="0" cy="11118486"/>
          </a:xfrm>
          <a:prstGeom prst="line">
            <a:avLst/>
          </a:prstGeom>
          <a:ln cap="flat" w="9525">
            <a:gradFill>
              <a:gsLst>
                <a:gs pos="0">
                  <a:srgbClr val="FFFFFF">
                    <a:alpha val="26000"/>
                  </a:srgbClr>
                </a:gs>
                <a:gs pos="25000">
                  <a:srgbClr val="7D7D7D">
                    <a:alpha val="26000"/>
                  </a:srgbClr>
                </a:gs>
                <a:gs pos="50000">
                  <a:srgbClr val="FFFFFF">
                    <a:alpha val="26000"/>
                  </a:srgbClr>
                </a:gs>
                <a:gs pos="75000">
                  <a:srgbClr val="7C7C7C">
                    <a:alpha val="26000"/>
                  </a:srgbClr>
                </a:gs>
                <a:gs pos="100000">
                  <a:srgbClr val="FFFFFF">
                    <a:alpha val="26000"/>
                  </a:srgbClr>
                </a:gs>
              </a:gsLst>
              <a:lin ang="0"/>
            </a:gradFill>
            <a:prstDash val="solid"/>
            <a:headEnd type="none" len="sm" w="sm"/>
            <a:tailEnd type="none" len="sm" w="sm"/>
          </a:ln>
        </p:spPr>
      </p:sp>
      <p:grpSp>
        <p:nvGrpSpPr>
          <p:cNvPr name="Group 8" id="8"/>
          <p:cNvGrpSpPr/>
          <p:nvPr/>
        </p:nvGrpSpPr>
        <p:grpSpPr>
          <a:xfrm rot="0">
            <a:off x="12976639" y="-96257"/>
            <a:ext cx="5421584" cy="10461592"/>
            <a:chOff x="0" y="0"/>
            <a:chExt cx="839945" cy="1620774"/>
          </a:xfrm>
        </p:grpSpPr>
        <p:sp>
          <p:nvSpPr>
            <p:cNvPr name="Freeform 9" id="9"/>
            <p:cNvSpPr/>
            <p:nvPr/>
          </p:nvSpPr>
          <p:spPr>
            <a:xfrm flipH="false" flipV="false" rot="0">
              <a:off x="0" y="0"/>
              <a:ext cx="839945" cy="1620774"/>
            </a:xfrm>
            <a:custGeom>
              <a:avLst/>
              <a:gdLst/>
              <a:ahLst/>
              <a:cxnLst/>
              <a:rect r="r" b="b" t="t" l="l"/>
              <a:pathLst>
                <a:path h="1620774" w="839945">
                  <a:moveTo>
                    <a:pt x="0" y="0"/>
                  </a:moveTo>
                  <a:lnTo>
                    <a:pt x="839945" y="0"/>
                  </a:lnTo>
                  <a:lnTo>
                    <a:pt x="839945" y="1620774"/>
                  </a:lnTo>
                  <a:lnTo>
                    <a:pt x="0" y="1620774"/>
                  </a:lnTo>
                  <a:close/>
                </a:path>
              </a:pathLst>
            </a:custGeom>
            <a:blipFill>
              <a:blip r:embed="rId4"/>
              <a:stretch>
                <a:fillRect l="-3845" t="0" r="-3845" b="0"/>
              </a:stretch>
            </a:blipFill>
            <a:ln cap="sq">
              <a:noFill/>
              <a:prstDash val="solid"/>
              <a:miter/>
            </a:ln>
          </p:spPr>
        </p:sp>
      </p:grpSp>
      <p:sp>
        <p:nvSpPr>
          <p:cNvPr name="Freeform 10" id="10"/>
          <p:cNvSpPr/>
          <p:nvPr/>
        </p:nvSpPr>
        <p:spPr>
          <a:xfrm flipH="false" flipV="false" rot="0">
            <a:off x="699681" y="1028700"/>
            <a:ext cx="12906910" cy="3402731"/>
          </a:xfrm>
          <a:custGeom>
            <a:avLst/>
            <a:gdLst/>
            <a:ahLst/>
            <a:cxnLst/>
            <a:rect r="r" b="b" t="t" l="l"/>
            <a:pathLst>
              <a:path h="3402731" w="12906910">
                <a:moveTo>
                  <a:pt x="0" y="0"/>
                </a:moveTo>
                <a:lnTo>
                  <a:pt x="12906910" y="0"/>
                </a:lnTo>
                <a:lnTo>
                  <a:pt x="12906910" y="3402731"/>
                </a:lnTo>
                <a:lnTo>
                  <a:pt x="0" y="3402731"/>
                </a:lnTo>
                <a:lnTo>
                  <a:pt x="0" y="0"/>
                </a:lnTo>
                <a:close/>
              </a:path>
            </a:pathLst>
          </a:custGeom>
          <a:blipFill>
            <a:blip r:embed="rId5"/>
            <a:stretch>
              <a:fillRect l="0" t="0" r="0" b="0"/>
            </a:stretch>
          </a:blipFill>
        </p:spPr>
      </p:sp>
      <p:sp>
        <p:nvSpPr>
          <p:cNvPr name="Freeform 11" id="11"/>
          <p:cNvSpPr/>
          <p:nvPr/>
        </p:nvSpPr>
        <p:spPr>
          <a:xfrm flipH="false" flipV="false" rot="0">
            <a:off x="699681" y="5385578"/>
            <a:ext cx="12906910" cy="3402731"/>
          </a:xfrm>
          <a:custGeom>
            <a:avLst/>
            <a:gdLst/>
            <a:ahLst/>
            <a:cxnLst/>
            <a:rect r="r" b="b" t="t" l="l"/>
            <a:pathLst>
              <a:path h="3402731" w="12906910">
                <a:moveTo>
                  <a:pt x="0" y="0"/>
                </a:moveTo>
                <a:lnTo>
                  <a:pt x="12906910" y="0"/>
                </a:lnTo>
                <a:lnTo>
                  <a:pt x="12906910" y="3402731"/>
                </a:lnTo>
                <a:lnTo>
                  <a:pt x="0" y="3402731"/>
                </a:lnTo>
                <a:lnTo>
                  <a:pt x="0" y="0"/>
                </a:lnTo>
                <a:close/>
              </a:path>
            </a:pathLst>
          </a:custGeom>
          <a:blipFill>
            <a:blip r:embed="rId5"/>
            <a:stretch>
              <a:fillRect l="0" t="0" r="0" b="0"/>
            </a:stretch>
          </a:blipFill>
        </p:spPr>
      </p:sp>
      <p:grpSp>
        <p:nvGrpSpPr>
          <p:cNvPr name="Group 12" id="12"/>
          <p:cNvGrpSpPr/>
          <p:nvPr/>
        </p:nvGrpSpPr>
        <p:grpSpPr>
          <a:xfrm rot="0">
            <a:off x="815566" y="2421562"/>
            <a:ext cx="12791025" cy="5050342"/>
            <a:chOff x="0" y="0"/>
            <a:chExt cx="3368830" cy="1330131"/>
          </a:xfrm>
        </p:grpSpPr>
        <p:sp>
          <p:nvSpPr>
            <p:cNvPr name="Freeform 13" id="13"/>
            <p:cNvSpPr/>
            <p:nvPr/>
          </p:nvSpPr>
          <p:spPr>
            <a:xfrm flipH="false" flipV="false" rot="0">
              <a:off x="0" y="0"/>
              <a:ext cx="3368830" cy="1330131"/>
            </a:xfrm>
            <a:custGeom>
              <a:avLst/>
              <a:gdLst/>
              <a:ahLst/>
              <a:cxnLst/>
              <a:rect r="r" b="b" t="t" l="l"/>
              <a:pathLst>
                <a:path h="1330131" w="3368830">
                  <a:moveTo>
                    <a:pt x="37526" y="0"/>
                  </a:moveTo>
                  <a:lnTo>
                    <a:pt x="3331303" y="0"/>
                  </a:lnTo>
                  <a:cubicBezTo>
                    <a:pt x="3352029" y="0"/>
                    <a:pt x="3368830" y="16801"/>
                    <a:pt x="3368830" y="37526"/>
                  </a:cubicBezTo>
                  <a:lnTo>
                    <a:pt x="3368830" y="1292605"/>
                  </a:lnTo>
                  <a:cubicBezTo>
                    <a:pt x="3368830" y="1302558"/>
                    <a:pt x="3364876" y="1312103"/>
                    <a:pt x="3357838" y="1319140"/>
                  </a:cubicBezTo>
                  <a:cubicBezTo>
                    <a:pt x="3350801" y="1326178"/>
                    <a:pt x="3341256" y="1330131"/>
                    <a:pt x="3331303" y="1330131"/>
                  </a:cubicBezTo>
                  <a:lnTo>
                    <a:pt x="37526" y="1330131"/>
                  </a:lnTo>
                  <a:cubicBezTo>
                    <a:pt x="27574" y="1330131"/>
                    <a:pt x="18029" y="1326178"/>
                    <a:pt x="10991" y="1319140"/>
                  </a:cubicBezTo>
                  <a:cubicBezTo>
                    <a:pt x="3954" y="1312103"/>
                    <a:pt x="0" y="1302558"/>
                    <a:pt x="0" y="1292605"/>
                  </a:cubicBezTo>
                  <a:lnTo>
                    <a:pt x="0" y="37526"/>
                  </a:lnTo>
                  <a:cubicBezTo>
                    <a:pt x="0" y="27574"/>
                    <a:pt x="3954" y="18029"/>
                    <a:pt x="10991" y="10991"/>
                  </a:cubicBezTo>
                  <a:cubicBezTo>
                    <a:pt x="18029" y="3954"/>
                    <a:pt x="27574" y="0"/>
                    <a:pt x="37526" y="0"/>
                  </a:cubicBezTo>
                  <a:close/>
                </a:path>
              </a:pathLst>
            </a:custGeom>
            <a:solidFill>
              <a:srgbClr val="FFFFFF"/>
            </a:solidFill>
            <a:ln w="19050" cap="rnd">
              <a:solidFill>
                <a:srgbClr val="320000"/>
              </a:solidFill>
              <a:prstDash val="solid"/>
              <a:round/>
            </a:ln>
          </p:spPr>
        </p:sp>
        <p:sp>
          <p:nvSpPr>
            <p:cNvPr name="TextBox 14" id="14"/>
            <p:cNvSpPr txBox="true"/>
            <p:nvPr/>
          </p:nvSpPr>
          <p:spPr>
            <a:xfrm>
              <a:off x="0" y="-38100"/>
              <a:ext cx="3368830" cy="1368231"/>
            </a:xfrm>
            <a:prstGeom prst="rect">
              <a:avLst/>
            </a:prstGeom>
          </p:spPr>
          <p:txBody>
            <a:bodyPr anchor="ctr" rtlCol="false" tIns="50800" lIns="50800" bIns="50800" rIns="50800"/>
            <a:lstStyle/>
            <a:p>
              <a:pPr algn="ctr">
                <a:lnSpc>
                  <a:spcPts val="2659"/>
                </a:lnSpc>
                <a:spcBef>
                  <a:spcPct val="0"/>
                </a:spcBef>
              </a:pPr>
            </a:p>
          </p:txBody>
        </p:sp>
      </p:grpSp>
      <p:grpSp>
        <p:nvGrpSpPr>
          <p:cNvPr name="Group 15" id="15"/>
          <p:cNvGrpSpPr/>
          <p:nvPr/>
        </p:nvGrpSpPr>
        <p:grpSpPr>
          <a:xfrm rot="0">
            <a:off x="4298029" y="8216870"/>
            <a:ext cx="8383335" cy="1041430"/>
            <a:chOff x="0" y="0"/>
            <a:chExt cx="2207957" cy="274286"/>
          </a:xfrm>
        </p:grpSpPr>
        <p:sp>
          <p:nvSpPr>
            <p:cNvPr name="Freeform 16" id="16"/>
            <p:cNvSpPr/>
            <p:nvPr/>
          </p:nvSpPr>
          <p:spPr>
            <a:xfrm flipH="false" flipV="false" rot="0">
              <a:off x="0" y="0"/>
              <a:ext cx="2207957" cy="274286"/>
            </a:xfrm>
            <a:custGeom>
              <a:avLst/>
              <a:gdLst/>
              <a:ahLst/>
              <a:cxnLst/>
              <a:rect r="r" b="b" t="t" l="l"/>
              <a:pathLst>
                <a:path h="274286" w="2207957">
                  <a:moveTo>
                    <a:pt x="57256" y="0"/>
                  </a:moveTo>
                  <a:lnTo>
                    <a:pt x="2150700" y="0"/>
                  </a:lnTo>
                  <a:cubicBezTo>
                    <a:pt x="2165885" y="0"/>
                    <a:pt x="2180449" y="6032"/>
                    <a:pt x="2191187" y="16770"/>
                  </a:cubicBezTo>
                  <a:cubicBezTo>
                    <a:pt x="2201924" y="27508"/>
                    <a:pt x="2207957" y="42071"/>
                    <a:pt x="2207957" y="57256"/>
                  </a:cubicBezTo>
                  <a:lnTo>
                    <a:pt x="2207957" y="217030"/>
                  </a:lnTo>
                  <a:cubicBezTo>
                    <a:pt x="2207957" y="232215"/>
                    <a:pt x="2201924" y="246778"/>
                    <a:pt x="2191187" y="257516"/>
                  </a:cubicBezTo>
                  <a:cubicBezTo>
                    <a:pt x="2180449" y="268254"/>
                    <a:pt x="2165885" y="274286"/>
                    <a:pt x="2150700" y="274286"/>
                  </a:cubicBezTo>
                  <a:lnTo>
                    <a:pt x="57256" y="274286"/>
                  </a:lnTo>
                  <a:cubicBezTo>
                    <a:pt x="42071" y="274286"/>
                    <a:pt x="27508" y="268254"/>
                    <a:pt x="16770" y="257516"/>
                  </a:cubicBezTo>
                  <a:cubicBezTo>
                    <a:pt x="6032" y="246778"/>
                    <a:pt x="0" y="232215"/>
                    <a:pt x="0" y="217030"/>
                  </a:cubicBezTo>
                  <a:lnTo>
                    <a:pt x="0" y="57256"/>
                  </a:lnTo>
                  <a:cubicBezTo>
                    <a:pt x="0" y="42071"/>
                    <a:pt x="6032" y="27508"/>
                    <a:pt x="16770" y="16770"/>
                  </a:cubicBezTo>
                  <a:cubicBezTo>
                    <a:pt x="27508" y="6032"/>
                    <a:pt x="42071" y="0"/>
                    <a:pt x="57256" y="0"/>
                  </a:cubicBezTo>
                  <a:close/>
                </a:path>
              </a:pathLst>
            </a:custGeom>
            <a:gradFill rotWithShape="true">
              <a:gsLst>
                <a:gs pos="0">
                  <a:srgbClr val="FFFFFF">
                    <a:alpha val="8400"/>
                  </a:srgbClr>
                </a:gs>
                <a:gs pos="25000">
                  <a:srgbClr val="FFFFFF">
                    <a:alpha val="24000"/>
                  </a:srgbClr>
                </a:gs>
                <a:gs pos="50000">
                  <a:srgbClr val="FFFFFF">
                    <a:alpha val="8000"/>
                  </a:srgbClr>
                </a:gs>
                <a:gs pos="75000">
                  <a:srgbClr val="FFFFFF">
                    <a:alpha val="24000"/>
                  </a:srgbClr>
                </a:gs>
                <a:gs pos="100000">
                  <a:srgbClr val="FFFFFF">
                    <a:alpha val="8000"/>
                  </a:srgbClr>
                </a:gs>
              </a:gsLst>
              <a:lin ang="2700000"/>
            </a:gradFill>
            <a:ln w="19050" cap="rnd">
              <a:solidFill>
                <a:srgbClr val="FFFFFF">
                  <a:alpha val="80000"/>
                </a:srgbClr>
              </a:solidFill>
              <a:prstDash val="solid"/>
              <a:round/>
            </a:ln>
          </p:spPr>
        </p:sp>
        <p:sp>
          <p:nvSpPr>
            <p:cNvPr name="TextBox 17" id="17"/>
            <p:cNvSpPr txBox="true"/>
            <p:nvPr/>
          </p:nvSpPr>
          <p:spPr>
            <a:xfrm>
              <a:off x="0" y="-38100"/>
              <a:ext cx="2207957" cy="312386"/>
            </a:xfrm>
            <a:prstGeom prst="rect">
              <a:avLst/>
            </a:prstGeom>
          </p:spPr>
          <p:txBody>
            <a:bodyPr anchor="ctr" rtlCol="false" tIns="50800" lIns="50800" bIns="50800" rIns="50800"/>
            <a:lstStyle/>
            <a:p>
              <a:pPr algn="ctr">
                <a:lnSpc>
                  <a:spcPts val="2659"/>
                </a:lnSpc>
                <a:spcBef>
                  <a:spcPct val="0"/>
                </a:spcBef>
              </a:pPr>
            </a:p>
          </p:txBody>
        </p:sp>
      </p:grpSp>
      <p:grpSp>
        <p:nvGrpSpPr>
          <p:cNvPr name="Group 18" id="18"/>
          <p:cNvGrpSpPr/>
          <p:nvPr/>
        </p:nvGrpSpPr>
        <p:grpSpPr>
          <a:xfrm rot="0">
            <a:off x="815566" y="8216870"/>
            <a:ext cx="5077952" cy="1041430"/>
            <a:chOff x="0" y="0"/>
            <a:chExt cx="1337403" cy="274286"/>
          </a:xfrm>
        </p:grpSpPr>
        <p:sp>
          <p:nvSpPr>
            <p:cNvPr name="Freeform 19" id="19"/>
            <p:cNvSpPr/>
            <p:nvPr/>
          </p:nvSpPr>
          <p:spPr>
            <a:xfrm flipH="false" flipV="false" rot="0">
              <a:off x="0" y="0"/>
              <a:ext cx="1337403" cy="274286"/>
            </a:xfrm>
            <a:custGeom>
              <a:avLst/>
              <a:gdLst/>
              <a:ahLst/>
              <a:cxnLst/>
              <a:rect r="r" b="b" t="t" l="l"/>
              <a:pathLst>
                <a:path h="274286" w="1337403">
                  <a:moveTo>
                    <a:pt x="94526" y="0"/>
                  </a:moveTo>
                  <a:lnTo>
                    <a:pt x="1242877" y="0"/>
                  </a:lnTo>
                  <a:cubicBezTo>
                    <a:pt x="1295082" y="0"/>
                    <a:pt x="1337403" y="42321"/>
                    <a:pt x="1337403" y="94526"/>
                  </a:cubicBezTo>
                  <a:lnTo>
                    <a:pt x="1337403" y="179760"/>
                  </a:lnTo>
                  <a:cubicBezTo>
                    <a:pt x="1337403" y="204830"/>
                    <a:pt x="1327444" y="228873"/>
                    <a:pt x="1309717" y="246600"/>
                  </a:cubicBezTo>
                  <a:cubicBezTo>
                    <a:pt x="1291990" y="264327"/>
                    <a:pt x="1267947" y="274286"/>
                    <a:pt x="1242877" y="274286"/>
                  </a:cubicBezTo>
                  <a:lnTo>
                    <a:pt x="94526" y="274286"/>
                  </a:lnTo>
                  <a:cubicBezTo>
                    <a:pt x="42321" y="274286"/>
                    <a:pt x="0" y="231965"/>
                    <a:pt x="0" y="179760"/>
                  </a:cubicBezTo>
                  <a:lnTo>
                    <a:pt x="0" y="94526"/>
                  </a:lnTo>
                  <a:cubicBezTo>
                    <a:pt x="0" y="42321"/>
                    <a:pt x="42321" y="0"/>
                    <a:pt x="94526" y="0"/>
                  </a:cubicBezTo>
                  <a:close/>
                </a:path>
              </a:pathLst>
            </a:custGeom>
            <a:solidFill>
              <a:srgbClr val="FFFFFF"/>
            </a:solidFill>
            <a:ln w="19050" cap="rnd">
              <a:solidFill>
                <a:srgbClr val="320000"/>
              </a:solidFill>
              <a:prstDash val="solid"/>
              <a:round/>
            </a:ln>
          </p:spPr>
        </p:sp>
        <p:sp>
          <p:nvSpPr>
            <p:cNvPr name="TextBox 20" id="20"/>
            <p:cNvSpPr txBox="true"/>
            <p:nvPr/>
          </p:nvSpPr>
          <p:spPr>
            <a:xfrm>
              <a:off x="0" y="-38100"/>
              <a:ext cx="1337403" cy="312386"/>
            </a:xfrm>
            <a:prstGeom prst="rect">
              <a:avLst/>
            </a:prstGeom>
          </p:spPr>
          <p:txBody>
            <a:bodyPr anchor="ctr" rtlCol="false" tIns="50800" lIns="50800" bIns="50800" rIns="50800"/>
            <a:lstStyle/>
            <a:p>
              <a:pPr algn="ctr">
                <a:lnSpc>
                  <a:spcPts val="2659"/>
                </a:lnSpc>
                <a:spcBef>
                  <a:spcPct val="0"/>
                </a:spcBef>
              </a:pPr>
            </a:p>
          </p:txBody>
        </p:sp>
      </p:grpSp>
      <p:pic>
        <p:nvPicPr>
          <p:cNvPr name="Picture 21" id="21"/>
          <p:cNvPicPr>
            <a:picLocks noChangeAspect="true"/>
          </p:cNvPicPr>
          <p:nvPr/>
        </p:nvPicPr>
        <p:blipFill>
          <a:blip r:embed="rId6"/>
          <a:stretch>
            <a:fillRect/>
          </a:stretch>
        </p:blipFill>
        <p:spPr>
          <a:xfrm rot="0">
            <a:off x="6892709" y="8493617"/>
            <a:ext cx="448093" cy="456348"/>
          </a:xfrm>
          <a:prstGeom prst="rect">
            <a:avLst/>
          </a:prstGeom>
        </p:spPr>
      </p:pic>
      <p:sp>
        <p:nvSpPr>
          <p:cNvPr name="Freeform 22" id="22"/>
          <p:cNvSpPr/>
          <p:nvPr/>
        </p:nvSpPr>
        <p:spPr>
          <a:xfrm flipH="false" flipV="false" rot="0">
            <a:off x="9948069" y="8552977"/>
            <a:ext cx="383274" cy="383274"/>
          </a:xfrm>
          <a:custGeom>
            <a:avLst/>
            <a:gdLst/>
            <a:ahLst/>
            <a:cxnLst/>
            <a:rect r="r" b="b" t="t" l="l"/>
            <a:pathLst>
              <a:path h="383274" w="383274">
                <a:moveTo>
                  <a:pt x="0" y="0"/>
                </a:moveTo>
                <a:lnTo>
                  <a:pt x="383274" y="0"/>
                </a:lnTo>
                <a:lnTo>
                  <a:pt x="383274" y="383274"/>
                </a:lnTo>
                <a:lnTo>
                  <a:pt x="0" y="383274"/>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23" id="23"/>
          <p:cNvSpPr txBox="true"/>
          <p:nvPr/>
        </p:nvSpPr>
        <p:spPr>
          <a:xfrm rot="0">
            <a:off x="3016896" y="3024261"/>
            <a:ext cx="13600372" cy="1684107"/>
          </a:xfrm>
          <a:prstGeom prst="rect">
            <a:avLst/>
          </a:prstGeom>
        </p:spPr>
        <p:txBody>
          <a:bodyPr anchor="t" rtlCol="false" tIns="0" lIns="0" bIns="0" rIns="0">
            <a:spAutoFit/>
          </a:bodyPr>
          <a:lstStyle/>
          <a:p>
            <a:pPr algn="l">
              <a:lnSpc>
                <a:spcPts val="12699"/>
              </a:lnSpc>
            </a:pPr>
            <a:r>
              <a:rPr lang="en-US" sz="12450" spc="-722" b="true">
                <a:solidFill>
                  <a:srgbClr val="320000"/>
                </a:solidFill>
                <a:latin typeface="Bricolage Grotesque Bold"/>
                <a:ea typeface="Bricolage Grotesque Bold"/>
                <a:cs typeface="Bricolage Grotesque Bold"/>
                <a:sym typeface="Bricolage Grotesque Bold"/>
              </a:rPr>
              <a:t>Terimakasih</a:t>
            </a:r>
          </a:p>
        </p:txBody>
      </p:sp>
      <p:sp>
        <p:nvSpPr>
          <p:cNvPr name="TextBox 24" id="24"/>
          <p:cNvSpPr txBox="true"/>
          <p:nvPr/>
        </p:nvSpPr>
        <p:spPr>
          <a:xfrm rot="0">
            <a:off x="3016896" y="4574306"/>
            <a:ext cx="10945602" cy="1137840"/>
          </a:xfrm>
          <a:prstGeom prst="rect">
            <a:avLst/>
          </a:prstGeom>
        </p:spPr>
        <p:txBody>
          <a:bodyPr anchor="t" rtlCol="false" tIns="0" lIns="0" bIns="0" rIns="0">
            <a:spAutoFit/>
          </a:bodyPr>
          <a:lstStyle/>
          <a:p>
            <a:pPr algn="l">
              <a:lnSpc>
                <a:spcPts val="8588"/>
              </a:lnSpc>
            </a:pPr>
            <a:r>
              <a:rPr lang="en-US" sz="8420" spc="-488">
                <a:solidFill>
                  <a:srgbClr val="320000"/>
                </a:solidFill>
                <a:latin typeface="Bricolage Grotesque Light"/>
                <a:ea typeface="Bricolage Grotesque Light"/>
                <a:cs typeface="Bricolage Grotesque Light"/>
                <a:sym typeface="Bricolage Grotesque Light"/>
              </a:rPr>
              <a:t>Atas Perhatiannya !</a:t>
            </a:r>
          </a:p>
        </p:txBody>
      </p:sp>
      <p:sp>
        <p:nvSpPr>
          <p:cNvPr name="TextBox 25" id="25"/>
          <p:cNvSpPr txBox="true"/>
          <p:nvPr/>
        </p:nvSpPr>
        <p:spPr>
          <a:xfrm rot="0">
            <a:off x="4961809" y="6518185"/>
            <a:ext cx="5252561" cy="393785"/>
          </a:xfrm>
          <a:prstGeom prst="rect">
            <a:avLst/>
          </a:prstGeom>
        </p:spPr>
        <p:txBody>
          <a:bodyPr anchor="t" rtlCol="false" tIns="0" lIns="0" bIns="0" rIns="0">
            <a:spAutoFit/>
          </a:bodyPr>
          <a:lstStyle/>
          <a:p>
            <a:pPr algn="l">
              <a:lnSpc>
                <a:spcPts val="3108"/>
              </a:lnSpc>
            </a:pPr>
            <a:r>
              <a:rPr lang="en-US" sz="2486" spc="-74">
                <a:solidFill>
                  <a:srgbClr val="320000"/>
                </a:solidFill>
                <a:latin typeface="Open Sans 2"/>
                <a:ea typeface="Open Sans 2"/>
                <a:cs typeface="Open Sans 2"/>
                <a:sym typeface="Open Sans 2"/>
              </a:rPr>
              <a:t>Ibu Arny Lattu, S.Pd.Kom., M.Kom.</a:t>
            </a:r>
          </a:p>
        </p:txBody>
      </p:sp>
      <p:sp>
        <p:nvSpPr>
          <p:cNvPr name="TextBox 26" id="26"/>
          <p:cNvSpPr txBox="true"/>
          <p:nvPr/>
        </p:nvSpPr>
        <p:spPr>
          <a:xfrm rot="0">
            <a:off x="1326848" y="8539192"/>
            <a:ext cx="3894213" cy="372744"/>
          </a:xfrm>
          <a:prstGeom prst="rect">
            <a:avLst/>
          </a:prstGeom>
        </p:spPr>
        <p:txBody>
          <a:bodyPr anchor="t" rtlCol="false" tIns="0" lIns="0" bIns="0" rIns="0">
            <a:spAutoFit/>
          </a:bodyPr>
          <a:lstStyle/>
          <a:p>
            <a:pPr algn="l">
              <a:lnSpc>
                <a:spcPts val="3080"/>
              </a:lnSpc>
              <a:spcBef>
                <a:spcPct val="0"/>
              </a:spcBef>
            </a:pPr>
            <a:r>
              <a:rPr lang="en-US" sz="2200" spc="-77">
                <a:solidFill>
                  <a:srgbClr val="320000"/>
                </a:solidFill>
                <a:latin typeface="Open Sans 1"/>
                <a:ea typeface="Open Sans 1"/>
                <a:cs typeface="Open Sans 1"/>
                <a:sym typeface="Open Sans 1"/>
              </a:rPr>
              <a:t>Kelompok 3  SI24F</a:t>
            </a:r>
          </a:p>
        </p:txBody>
      </p:sp>
      <p:sp>
        <p:nvSpPr>
          <p:cNvPr name="TextBox 27" id="27"/>
          <p:cNvSpPr txBox="true"/>
          <p:nvPr/>
        </p:nvSpPr>
        <p:spPr>
          <a:xfrm rot="0">
            <a:off x="7349812" y="8581737"/>
            <a:ext cx="1972567" cy="297180"/>
          </a:xfrm>
          <a:prstGeom prst="rect">
            <a:avLst/>
          </a:prstGeom>
        </p:spPr>
        <p:txBody>
          <a:bodyPr anchor="t" rtlCol="false" tIns="0" lIns="0" bIns="0" rIns="0">
            <a:spAutoFit/>
          </a:bodyPr>
          <a:lstStyle/>
          <a:p>
            <a:pPr algn="l" marL="0" indent="0" lvl="0">
              <a:lnSpc>
                <a:spcPts val="2520"/>
              </a:lnSpc>
              <a:spcBef>
                <a:spcPct val="0"/>
              </a:spcBef>
            </a:pPr>
            <a:r>
              <a:rPr lang="en-US" sz="1800">
                <a:solidFill>
                  <a:srgbClr val="FFFFFF"/>
                </a:solidFill>
                <a:latin typeface="Open Sans 1"/>
                <a:ea typeface="Open Sans 1"/>
                <a:cs typeface="Open Sans 1"/>
                <a:sym typeface="Open Sans 1"/>
              </a:rPr>
              <a:t>083110651114</a:t>
            </a:r>
          </a:p>
        </p:txBody>
      </p:sp>
      <p:sp>
        <p:nvSpPr>
          <p:cNvPr name="TextBox 28" id="28"/>
          <p:cNvSpPr txBox="true"/>
          <p:nvPr/>
        </p:nvSpPr>
        <p:spPr>
          <a:xfrm rot="0">
            <a:off x="10422779" y="8581737"/>
            <a:ext cx="2915598" cy="297180"/>
          </a:xfrm>
          <a:prstGeom prst="rect">
            <a:avLst/>
          </a:prstGeom>
        </p:spPr>
        <p:txBody>
          <a:bodyPr anchor="t" rtlCol="false" tIns="0" lIns="0" bIns="0" rIns="0">
            <a:spAutoFit/>
          </a:bodyPr>
          <a:lstStyle/>
          <a:p>
            <a:pPr algn="l" marL="0" indent="0" lvl="0">
              <a:lnSpc>
                <a:spcPts val="2520"/>
              </a:lnSpc>
              <a:spcBef>
                <a:spcPct val="0"/>
              </a:spcBef>
            </a:pPr>
            <a:r>
              <a:rPr lang="en-US" sz="1800">
                <a:solidFill>
                  <a:srgbClr val="FFFFFF"/>
                </a:solidFill>
                <a:latin typeface="Open Sans 1"/>
                <a:ea typeface="Open Sans 1"/>
                <a:cs typeface="Open Sans 1"/>
                <a:sym typeface="Open Sans 1"/>
              </a:rPr>
              <a:t>@4rzew</a:t>
            </a:r>
          </a:p>
        </p:txBody>
      </p:sp>
      <p:sp>
        <p:nvSpPr>
          <p:cNvPr name="TextBox 29" id="29"/>
          <p:cNvSpPr txBox="true"/>
          <p:nvPr/>
        </p:nvSpPr>
        <p:spPr>
          <a:xfrm rot="0">
            <a:off x="1102785" y="874681"/>
            <a:ext cx="7386911" cy="489606"/>
          </a:xfrm>
          <a:prstGeom prst="rect">
            <a:avLst/>
          </a:prstGeom>
        </p:spPr>
        <p:txBody>
          <a:bodyPr anchor="t" rtlCol="false" tIns="0" lIns="0" bIns="0" rIns="0">
            <a:spAutoFit/>
          </a:bodyPr>
          <a:lstStyle/>
          <a:p>
            <a:pPr algn="l">
              <a:lnSpc>
                <a:spcPts val="4014"/>
              </a:lnSpc>
            </a:pPr>
            <a:r>
              <a:rPr lang="en-US" sz="2867" spc="-126" b="true">
                <a:solidFill>
                  <a:srgbClr val="FFFFFF"/>
                </a:solidFill>
                <a:latin typeface="Open Sans 2 Bold"/>
                <a:ea typeface="Open Sans 2 Bold"/>
                <a:cs typeface="Open Sans 2 Bold"/>
                <a:sym typeface="Open Sans 2 Bold"/>
              </a:rPr>
              <a:t>ANALISIS DAN PERANCANGAN SISTEM</a:t>
            </a:r>
          </a:p>
        </p:txBody>
      </p:sp>
      <p:sp>
        <p:nvSpPr>
          <p:cNvPr name="TextBox 30" id="30"/>
          <p:cNvSpPr txBox="true"/>
          <p:nvPr/>
        </p:nvSpPr>
        <p:spPr>
          <a:xfrm rot="0">
            <a:off x="10378788" y="981075"/>
            <a:ext cx="2264569" cy="349250"/>
          </a:xfrm>
          <a:prstGeom prst="rect">
            <a:avLst/>
          </a:prstGeom>
        </p:spPr>
        <p:txBody>
          <a:bodyPr anchor="t" rtlCol="false" tIns="0" lIns="0" bIns="0" rIns="0">
            <a:spAutoFit/>
          </a:bodyPr>
          <a:lstStyle/>
          <a:p>
            <a:pPr algn="ctr">
              <a:lnSpc>
                <a:spcPts val="2800"/>
              </a:lnSpc>
            </a:pPr>
            <a:r>
              <a:rPr lang="en-US" sz="2000" spc="-88">
                <a:solidFill>
                  <a:srgbClr val="FFFFFF"/>
                </a:solidFill>
                <a:latin typeface="Open Sans 2"/>
                <a:ea typeface="Open Sans 2"/>
                <a:cs typeface="Open Sans 2"/>
                <a:sym typeface="Open Sans 2"/>
              </a:rPr>
              <a:t>Januari 2026</a:t>
            </a:r>
          </a:p>
        </p:txBody>
      </p:sp>
      <p:sp>
        <p:nvSpPr>
          <p:cNvPr name="TextBox 31" id="31"/>
          <p:cNvSpPr txBox="true"/>
          <p:nvPr/>
        </p:nvSpPr>
        <p:spPr>
          <a:xfrm rot="0">
            <a:off x="6210043" y="6087848"/>
            <a:ext cx="2002072" cy="349375"/>
          </a:xfrm>
          <a:prstGeom prst="rect">
            <a:avLst/>
          </a:prstGeom>
        </p:spPr>
        <p:txBody>
          <a:bodyPr anchor="t" rtlCol="false" tIns="0" lIns="0" bIns="0" rIns="0">
            <a:spAutoFit/>
          </a:bodyPr>
          <a:lstStyle/>
          <a:p>
            <a:pPr algn="ctr">
              <a:lnSpc>
                <a:spcPts val="2909"/>
              </a:lnSpc>
              <a:spcBef>
                <a:spcPct val="0"/>
              </a:spcBef>
            </a:pPr>
            <a:r>
              <a:rPr lang="en-US" sz="2077" spc="-155">
                <a:solidFill>
                  <a:srgbClr val="000000"/>
                </a:solidFill>
                <a:latin typeface="Open Sans 2"/>
                <a:ea typeface="Open Sans 2"/>
                <a:cs typeface="Open Sans 2"/>
                <a:sym typeface="Open Sans 2"/>
              </a:rPr>
              <a:t>Dosen Pengampu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DAG-wQwT5tY</dc:identifier>
  <dcterms:modified xsi:type="dcterms:W3CDTF">2011-08-01T06:04:30Z</dcterms:modified>
  <cp:revision>1</cp:revision>
  <dc:title>PPT ANSI Kelompok 3 (Arzew)  - SI24F</dc:title>
</cp:coreProperties>
</file>